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9144000" cy="5143500"/>
  <p:embeddedFontLst>
    <p:embeddedFont>
      <p:font typeface="Montserrat"/>
      <p:regular r:id="rId25"/>
      <p:bold r:id="rId26"/>
      <p:italic r:id="rId27"/>
      <p:boldItalic r:id="rId28"/>
    </p:embeddedFont>
    <p:embeddedFont>
      <p:font typeface="Lato"/>
      <p:regular r:id="rId29"/>
      <p:bold r:id="rId30"/>
      <p:italic r:id="rId31"/>
      <p:boldItalic r:id="rId32"/>
    </p:embeddedFont>
    <p:embeddedFont>
      <p:font typeface="Lato Light"/>
      <p:regular r:id="rId33"/>
      <p:bold r:id="rId34"/>
      <p:italic r:id="rId35"/>
      <p:boldItalic r:id="rId36"/>
    </p:embeddedFont>
    <p:embeddedFont>
      <p:font typeface="Montserrat Light"/>
      <p:regular r:id="rId37"/>
      <p:bold r:id="rId38"/>
      <p:italic r:id="rId39"/>
      <p:boldItalic r:id="rId40"/>
    </p:embeddedFont>
    <p:embeddedFont>
      <p:font typeface="Lustria"/>
      <p:regular r:id="rId41"/>
    </p:embeddedFont>
    <p:embeddedFont>
      <p:font typeface="Gill Sans"/>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4" roundtripDataSignature="AMtx7mjncuJ+FRAcB+Km6VniRa83RDmH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font" Target="fonts/Montserrat-bold.fntdata"/><Relationship Id="rId13" Type="http://schemas.openxmlformats.org/officeDocument/2006/relationships/slide" Target="slides/slide7.xml"/><Relationship Id="rId39" Type="http://schemas.openxmlformats.org/officeDocument/2006/relationships/font" Target="fonts/MontserratLight-italic.fntdata"/><Relationship Id="rId18" Type="http://schemas.openxmlformats.org/officeDocument/2006/relationships/slide" Target="slides/slide12.xml"/><Relationship Id="rId42" Type="http://schemas.openxmlformats.org/officeDocument/2006/relationships/font" Target="fonts/GillSans-regular.fntdata"/><Relationship Id="rId21" Type="http://schemas.openxmlformats.org/officeDocument/2006/relationships/slide" Target="slides/slide15.xml"/><Relationship Id="rId34" Type="http://schemas.openxmlformats.org/officeDocument/2006/relationships/font" Target="fonts/LatoLight-bold.fntdata"/><Relationship Id="rId47" Type="http://schemas.openxmlformats.org/officeDocument/2006/relationships/customXml" Target="../customXml/item3.xml"/><Relationship Id="rId7" Type="http://schemas.openxmlformats.org/officeDocument/2006/relationships/slide" Target="slides/slide1.xml"/><Relationship Id="rId2" Type="http://schemas.openxmlformats.org/officeDocument/2006/relationships/viewProps" Target="viewProps.xml"/><Relationship Id="rId29" Type="http://schemas.openxmlformats.org/officeDocument/2006/relationships/font" Target="fonts/Lato-regular.fntdata"/><Relationship Id="rId16" Type="http://schemas.openxmlformats.org/officeDocument/2006/relationships/slide" Target="slides/slide10.xml"/><Relationship Id="rId40" Type="http://schemas.openxmlformats.org/officeDocument/2006/relationships/font" Target="fonts/MontserratLight-boldItalic.fntdata"/><Relationship Id="rId24" Type="http://schemas.openxmlformats.org/officeDocument/2006/relationships/slide" Target="slides/slide18.xml"/><Relationship Id="rId1" Type="http://schemas.openxmlformats.org/officeDocument/2006/relationships/theme" Target="theme/theme2.xml"/><Relationship Id="rId6" Type="http://schemas.openxmlformats.org/officeDocument/2006/relationships/notesMaster" Target="notesMasters/notesMaster1.xml"/><Relationship Id="rId11" Type="http://schemas.openxmlformats.org/officeDocument/2006/relationships/slide" Target="slides/slide5.xml"/><Relationship Id="rId32" Type="http://schemas.openxmlformats.org/officeDocument/2006/relationships/font" Target="fonts/Lato-boldItalic.fntdata"/><Relationship Id="rId37" Type="http://schemas.openxmlformats.org/officeDocument/2006/relationships/font" Target="fonts/MontserratLight-regular.fntdata"/><Relationship Id="rId45" Type="http://schemas.openxmlformats.org/officeDocument/2006/relationships/customXml" Target="../customXml/item1.xml"/><Relationship Id="rId23" Type="http://schemas.openxmlformats.org/officeDocument/2006/relationships/slide" Target="slides/slide17.xml"/><Relationship Id="rId28" Type="http://schemas.openxmlformats.org/officeDocument/2006/relationships/font" Target="fonts/Montserrat-boldItalic.fntdata"/><Relationship Id="rId5" Type="http://schemas.openxmlformats.org/officeDocument/2006/relationships/slideMaster" Target="slideMasters/slideMaster2.xml"/><Relationship Id="rId15" Type="http://schemas.openxmlformats.org/officeDocument/2006/relationships/slide" Target="slides/slide9.xml"/><Relationship Id="rId36" Type="http://schemas.openxmlformats.org/officeDocument/2006/relationships/font" Target="fonts/LatoLight-boldItalic.fntdata"/><Relationship Id="rId44" Type="http://customschemas.google.com/relationships/presentationmetadata" Target="metadata"/><Relationship Id="rId31" Type="http://schemas.openxmlformats.org/officeDocument/2006/relationships/font" Target="fonts/Lato-italic.fntdata"/><Relationship Id="rId10" Type="http://schemas.openxmlformats.org/officeDocument/2006/relationships/slide" Target="slides/slide4.xml"/><Relationship Id="rId19" Type="http://schemas.openxmlformats.org/officeDocument/2006/relationships/slide" Target="slides/slide13.xml"/><Relationship Id="rId22" Type="http://schemas.openxmlformats.org/officeDocument/2006/relationships/slide" Target="slides/slide16.xml"/><Relationship Id="rId43" Type="http://schemas.openxmlformats.org/officeDocument/2006/relationships/font" Target="fonts/GillSans-bold.fntdata"/><Relationship Id="rId4" Type="http://schemas.openxmlformats.org/officeDocument/2006/relationships/slideMaster" Target="slideMasters/slideMaster1.xml"/><Relationship Id="rId9" Type="http://schemas.openxmlformats.org/officeDocument/2006/relationships/slide" Target="slides/slide3.xml"/><Relationship Id="rId27" Type="http://schemas.openxmlformats.org/officeDocument/2006/relationships/font" Target="fonts/Montserrat-italic.fntdata"/><Relationship Id="rId30" Type="http://schemas.openxmlformats.org/officeDocument/2006/relationships/font" Target="fonts/Lato-bold.fntdata"/><Relationship Id="rId35" Type="http://schemas.openxmlformats.org/officeDocument/2006/relationships/font" Target="fonts/LatoLight-italic.fntdata"/><Relationship Id="rId14" Type="http://schemas.openxmlformats.org/officeDocument/2006/relationships/slide" Target="slides/slide8.xml"/><Relationship Id="rId8" Type="http://schemas.openxmlformats.org/officeDocument/2006/relationships/slide" Target="slides/slide2.xml"/><Relationship Id="rId3" Type="http://schemas.openxmlformats.org/officeDocument/2006/relationships/presProps" Target="presProps.xml"/><Relationship Id="rId25" Type="http://schemas.openxmlformats.org/officeDocument/2006/relationships/font" Target="fonts/Montserrat-regular.fntdata"/><Relationship Id="rId33" Type="http://schemas.openxmlformats.org/officeDocument/2006/relationships/font" Target="fonts/LatoLight-regular.fntdata"/><Relationship Id="rId12" Type="http://schemas.openxmlformats.org/officeDocument/2006/relationships/slide" Target="slides/slide6.xml"/><Relationship Id="rId17" Type="http://schemas.openxmlformats.org/officeDocument/2006/relationships/slide" Target="slides/slide11.xml"/><Relationship Id="rId38" Type="http://schemas.openxmlformats.org/officeDocument/2006/relationships/font" Target="fonts/MontserratLight-bold.fntdata"/><Relationship Id="rId46" Type="http://schemas.openxmlformats.org/officeDocument/2006/relationships/customXml" Target="../customXml/item2.xml"/><Relationship Id="rId20" Type="http://schemas.openxmlformats.org/officeDocument/2006/relationships/slide" Target="slides/slide14.xml"/><Relationship Id="rId41" Type="http://schemas.openxmlformats.org/officeDocument/2006/relationships/font" Target="fonts/Lustria-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724202"/>
            <a:ext cx="5486400" cy="447556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3: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4: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5: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6: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7: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8: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9: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0: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11:notes"/>
          <p:cNvSpPr txBox="1"/>
          <p:nvPr>
            <p:ph idx="1" type="body"/>
          </p:nvPr>
        </p:nvSpPr>
        <p:spPr>
          <a:xfrm>
            <a:off x="685800" y="4724202"/>
            <a:ext cx="5486400" cy="447556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Dématérialisation des factures</a:t>
            </a:r>
            <a:endParaRPr/>
          </a:p>
        </p:txBody>
      </p:sp>
      <p:sp>
        <p:nvSpPr>
          <p:cNvPr id="473" name="Google Shape;47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2: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13: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14: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15: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16: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17: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18:notes"/>
          <p:cNvSpPr txBox="1"/>
          <p:nvPr>
            <p:ph idx="1" type="body"/>
          </p:nvPr>
        </p:nvSpPr>
        <p:spPr>
          <a:xfrm>
            <a:off x="685800" y="4724202"/>
            <a:ext cx="5486400" cy="44755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Image">
  <p:cSld name="Placeholder-Image">
    <p:spTree>
      <p:nvGrpSpPr>
        <p:cNvPr id="12" name="Shape 12"/>
        <p:cNvGrpSpPr/>
        <p:nvPr/>
      </p:nvGrpSpPr>
      <p:grpSpPr>
        <a:xfrm>
          <a:off x="0" y="0"/>
          <a:ext cx="0" cy="0"/>
          <a:chOff x="0" y="0"/>
          <a:chExt cx="0" cy="0"/>
        </a:xfrm>
      </p:grpSpPr>
      <p:sp>
        <p:nvSpPr>
          <p:cNvPr id="13" name="Google Shape;13;p20"/>
          <p:cNvSpPr/>
          <p:nvPr>
            <p:ph idx="2" type="pic"/>
          </p:nvPr>
        </p:nvSpPr>
        <p:spPr>
          <a:xfrm>
            <a:off x="0" y="0"/>
            <a:ext cx="9144000" cy="51435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4" name="Shape 14"/>
        <p:cNvGrpSpPr/>
        <p:nvPr/>
      </p:nvGrpSpPr>
      <p:grpSpPr>
        <a:xfrm>
          <a:off x="0" y="0"/>
          <a:ext cx="0" cy="0"/>
          <a:chOff x="0" y="0"/>
          <a:chExt cx="0" cy="0"/>
        </a:xfrm>
      </p:grpSpPr>
      <p:sp>
        <p:nvSpPr>
          <p:cNvPr id="15" name="Google Shape;15;p21"/>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1"/>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7" name="Google Shape;17;p2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dk1"/>
              </a:buClr>
              <a:buSzPts val="2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90000"/>
              </a:lnSpc>
              <a:spcBef>
                <a:spcPts val="0"/>
              </a:spcBef>
              <a:spcAft>
                <a:spcPts val="0"/>
              </a:spcAft>
              <a:buClr>
                <a:schemeClr val="dk1"/>
              </a:buClr>
              <a:buSzPts val="1800"/>
              <a:buChar char="●"/>
              <a:defRPr/>
            </a:lvl1pPr>
            <a:lvl2pPr indent="-317500" lvl="1" marL="914400" algn="l">
              <a:lnSpc>
                <a:spcPct val="90000"/>
              </a:lnSpc>
              <a:spcBef>
                <a:spcPts val="1600"/>
              </a:spcBef>
              <a:spcAft>
                <a:spcPts val="0"/>
              </a:spcAft>
              <a:buClr>
                <a:schemeClr val="dk1"/>
              </a:buClr>
              <a:buSzPts val="1400"/>
              <a:buChar char="○"/>
              <a:defRPr/>
            </a:lvl2pPr>
            <a:lvl3pPr indent="-317500" lvl="2" marL="1371600" algn="l">
              <a:lnSpc>
                <a:spcPct val="90000"/>
              </a:lnSpc>
              <a:spcBef>
                <a:spcPts val="1600"/>
              </a:spcBef>
              <a:spcAft>
                <a:spcPts val="0"/>
              </a:spcAft>
              <a:buClr>
                <a:schemeClr val="dk1"/>
              </a:buClr>
              <a:buSzPts val="1400"/>
              <a:buChar char="■"/>
              <a:defRPr/>
            </a:lvl3pPr>
            <a:lvl4pPr indent="-317500" lvl="3" marL="1828800" algn="l">
              <a:lnSpc>
                <a:spcPct val="90000"/>
              </a:lnSpc>
              <a:spcBef>
                <a:spcPts val="1600"/>
              </a:spcBef>
              <a:spcAft>
                <a:spcPts val="0"/>
              </a:spcAft>
              <a:buClr>
                <a:schemeClr val="dk1"/>
              </a:buClr>
              <a:buSzPts val="1400"/>
              <a:buChar char="●"/>
              <a:defRPr/>
            </a:lvl4pPr>
            <a:lvl5pPr indent="-317500" lvl="4" marL="2286000" algn="l">
              <a:lnSpc>
                <a:spcPct val="90000"/>
              </a:lnSpc>
              <a:spcBef>
                <a:spcPts val="1600"/>
              </a:spcBef>
              <a:spcAft>
                <a:spcPts val="0"/>
              </a:spcAft>
              <a:buClr>
                <a:schemeClr val="dk1"/>
              </a:buClr>
              <a:buSzPts val="1400"/>
              <a:buChar char="○"/>
              <a:defRPr/>
            </a:lvl5pPr>
            <a:lvl6pPr indent="-317500" lvl="5" marL="2743200" algn="l">
              <a:lnSpc>
                <a:spcPct val="90000"/>
              </a:lnSpc>
              <a:spcBef>
                <a:spcPts val="1600"/>
              </a:spcBef>
              <a:spcAft>
                <a:spcPts val="0"/>
              </a:spcAft>
              <a:buClr>
                <a:schemeClr val="dk1"/>
              </a:buClr>
              <a:buSzPts val="1400"/>
              <a:buChar char="■"/>
              <a:defRPr/>
            </a:lvl6pPr>
            <a:lvl7pPr indent="-317500" lvl="6" marL="3200400" algn="l">
              <a:lnSpc>
                <a:spcPct val="90000"/>
              </a:lnSpc>
              <a:spcBef>
                <a:spcPts val="1600"/>
              </a:spcBef>
              <a:spcAft>
                <a:spcPts val="0"/>
              </a:spcAft>
              <a:buClr>
                <a:schemeClr val="dk1"/>
              </a:buClr>
              <a:buSzPts val="1400"/>
              <a:buChar char="●"/>
              <a:defRPr/>
            </a:lvl7pPr>
            <a:lvl8pPr indent="-317500" lvl="7" marL="3657600" algn="l">
              <a:lnSpc>
                <a:spcPct val="90000"/>
              </a:lnSpc>
              <a:spcBef>
                <a:spcPts val="1600"/>
              </a:spcBef>
              <a:spcAft>
                <a:spcPts val="0"/>
              </a:spcAft>
              <a:buClr>
                <a:schemeClr val="dk1"/>
              </a:buClr>
              <a:buSzPts val="1400"/>
              <a:buChar char="○"/>
              <a:defRPr/>
            </a:lvl8pPr>
            <a:lvl9pPr indent="-317500" lvl="8" marL="4114800" algn="l">
              <a:lnSpc>
                <a:spcPct val="90000"/>
              </a:lnSpc>
              <a:spcBef>
                <a:spcPts val="1600"/>
              </a:spcBef>
              <a:spcAft>
                <a:spcPts val="1600"/>
              </a:spcAft>
              <a:buClr>
                <a:schemeClr val="dk1"/>
              </a:buClr>
              <a:buSzPts val="1400"/>
              <a:buChar char="■"/>
              <a:defRPr/>
            </a:lvl9pPr>
          </a:lstStyle>
          <a:p/>
        </p:txBody>
      </p:sp>
      <p:sp>
        <p:nvSpPr>
          <p:cNvPr id="23" name="Google Shape;2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Placeholder-Image">
  <p:cSld name="18_Placeholder-Image">
    <p:spTree>
      <p:nvGrpSpPr>
        <p:cNvPr id="24" name="Shape 24"/>
        <p:cNvGrpSpPr/>
        <p:nvPr/>
      </p:nvGrpSpPr>
      <p:grpSpPr>
        <a:xfrm>
          <a:off x="0" y="0"/>
          <a:ext cx="0" cy="0"/>
          <a:chOff x="0" y="0"/>
          <a:chExt cx="0" cy="0"/>
        </a:xfrm>
      </p:grpSpPr>
      <p:sp>
        <p:nvSpPr>
          <p:cNvPr id="25" name="Google Shape;25;p23"/>
          <p:cNvSpPr/>
          <p:nvPr>
            <p:ph idx="2" type="pic"/>
          </p:nvPr>
        </p:nvSpPr>
        <p:spPr>
          <a:xfrm>
            <a:off x="423287" y="633047"/>
            <a:ext cx="2285400" cy="3877500"/>
          </a:xfrm>
          <a:prstGeom prst="rect">
            <a:avLst/>
          </a:prstGeom>
          <a:solidFill>
            <a:srgbClr val="F2F2F2"/>
          </a:solidFill>
          <a:ln>
            <a:noFill/>
          </a:ln>
        </p:spPr>
      </p:sp>
      <p:sp>
        <p:nvSpPr>
          <p:cNvPr id="26" name="Google Shape;26;p23"/>
          <p:cNvSpPr/>
          <p:nvPr>
            <p:ph idx="3" type="pic"/>
          </p:nvPr>
        </p:nvSpPr>
        <p:spPr>
          <a:xfrm>
            <a:off x="2837405" y="633046"/>
            <a:ext cx="2285400" cy="1882500"/>
          </a:xfrm>
          <a:prstGeom prst="rect">
            <a:avLst/>
          </a:prstGeom>
          <a:solidFill>
            <a:srgbClr val="F2F2F2"/>
          </a:solidFill>
          <a:ln>
            <a:noFill/>
          </a:ln>
        </p:spPr>
      </p:sp>
      <p:sp>
        <p:nvSpPr>
          <p:cNvPr id="27" name="Google Shape;27;p23"/>
          <p:cNvSpPr/>
          <p:nvPr>
            <p:ph idx="4" type="pic"/>
          </p:nvPr>
        </p:nvSpPr>
        <p:spPr>
          <a:xfrm>
            <a:off x="2837405" y="2636025"/>
            <a:ext cx="2283600" cy="1878599"/>
          </a:xfrm>
          <a:prstGeom prst="rect">
            <a:avLst/>
          </a:prstGeom>
          <a:solidFill>
            <a:srgbClr val="F2F2F2"/>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28" name="Shape 28"/>
        <p:cNvGrpSpPr/>
        <p:nvPr/>
      </p:nvGrpSpPr>
      <p:grpSpPr>
        <a:xfrm>
          <a:off x="0" y="0"/>
          <a:ext cx="0" cy="0"/>
          <a:chOff x="0" y="0"/>
          <a:chExt cx="0" cy="0"/>
        </a:xfrm>
      </p:grpSpPr>
      <p:sp>
        <p:nvSpPr>
          <p:cNvPr id="29" name="Google Shape;29;p2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with picture">
  <p:cSld name="Comparison with picture">
    <p:spTree>
      <p:nvGrpSpPr>
        <p:cNvPr id="32" name="Shape 32"/>
        <p:cNvGrpSpPr/>
        <p:nvPr/>
      </p:nvGrpSpPr>
      <p:grpSpPr>
        <a:xfrm>
          <a:off x="0" y="0"/>
          <a:ext cx="0" cy="0"/>
          <a:chOff x="0" y="0"/>
          <a:chExt cx="0" cy="0"/>
        </a:xfrm>
      </p:grpSpPr>
      <p:sp>
        <p:nvSpPr>
          <p:cNvPr id="33" name="Google Shape;33;p25"/>
          <p:cNvSpPr/>
          <p:nvPr/>
        </p:nvSpPr>
        <p:spPr>
          <a:xfrm>
            <a:off x="1800" y="1499866"/>
            <a:ext cx="9142200" cy="836676"/>
          </a:xfrm>
          <a:custGeom>
            <a:rect b="b" l="l" r="r" t="t"/>
            <a:pathLst>
              <a:path extrusionOk="0" h="6858000" w="12189460">
                <a:moveTo>
                  <a:pt x="0" y="6858000"/>
                </a:moveTo>
                <a:lnTo>
                  <a:pt x="12188952" y="6858000"/>
                </a:lnTo>
                <a:lnTo>
                  <a:pt x="12188952" y="0"/>
                </a:lnTo>
                <a:lnTo>
                  <a:pt x="0" y="0"/>
                </a:lnTo>
                <a:lnTo>
                  <a:pt x="0" y="6858000"/>
                </a:lnTo>
                <a:close/>
              </a:path>
            </a:pathLst>
          </a:custGeom>
          <a:solidFill>
            <a:srgbClr val="558ED5">
              <a:alpha val="64705"/>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34" name="Google Shape;34;p25"/>
          <p:cNvSpPr/>
          <p:nvPr>
            <p:ph idx="2" type="pic"/>
          </p:nvPr>
        </p:nvSpPr>
        <p:spPr>
          <a:xfrm>
            <a:off x="0" y="2336542"/>
            <a:ext cx="9141619" cy="2806958"/>
          </a:xfrm>
          <a:prstGeom prst="rect">
            <a:avLst/>
          </a:prstGeom>
          <a:noFill/>
          <a:ln>
            <a:noFill/>
          </a:ln>
        </p:spPr>
      </p:sp>
      <p:sp>
        <p:nvSpPr>
          <p:cNvPr id="35" name="Google Shape;35;p25"/>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33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5"/>
          <p:cNvSpPr txBox="1"/>
          <p:nvPr>
            <p:ph idx="1" type="body"/>
          </p:nvPr>
        </p:nvSpPr>
        <p:spPr>
          <a:xfrm>
            <a:off x="629842" y="14894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SzPts val="2100"/>
              <a:buNone/>
              <a:defRPr b="1" sz="1800">
                <a:solidFill>
                  <a:schemeClr val="lt1"/>
                </a:solidFill>
              </a:defRPr>
            </a:lvl1pPr>
            <a:lvl2pPr indent="-228600" lvl="1" marL="914400" algn="l">
              <a:lnSpc>
                <a:spcPct val="90000"/>
              </a:lnSpc>
              <a:spcBef>
                <a:spcPts val="375"/>
              </a:spcBef>
              <a:spcAft>
                <a:spcPts val="0"/>
              </a:spcAft>
              <a:buSzPts val="1800"/>
              <a:buNone/>
              <a:defRPr b="1" sz="1500"/>
            </a:lvl2pPr>
            <a:lvl3pPr indent="-228600" lvl="2" marL="1371600" algn="l">
              <a:lnSpc>
                <a:spcPct val="90000"/>
              </a:lnSpc>
              <a:spcBef>
                <a:spcPts val="375"/>
              </a:spcBef>
              <a:spcAft>
                <a:spcPts val="0"/>
              </a:spcAft>
              <a:buSzPts val="1500"/>
              <a:buNone/>
              <a:defRPr b="1" sz="1350"/>
            </a:lvl3pPr>
            <a:lvl4pPr indent="-228600" lvl="3" marL="1828800" algn="l">
              <a:lnSpc>
                <a:spcPct val="90000"/>
              </a:lnSpc>
              <a:spcBef>
                <a:spcPts val="375"/>
              </a:spcBef>
              <a:spcAft>
                <a:spcPts val="0"/>
              </a:spcAft>
              <a:buSzPts val="1350"/>
              <a:buNone/>
              <a:defRPr b="1" sz="1200"/>
            </a:lvl4pPr>
            <a:lvl5pPr indent="-228600" lvl="4" marL="2286000" algn="l">
              <a:lnSpc>
                <a:spcPct val="90000"/>
              </a:lnSpc>
              <a:spcBef>
                <a:spcPts val="375"/>
              </a:spcBef>
              <a:spcAft>
                <a:spcPts val="0"/>
              </a:spcAft>
              <a:buSzPts val="1350"/>
              <a:buNone/>
              <a:defRPr b="1" sz="1200"/>
            </a:lvl5pPr>
            <a:lvl6pPr indent="-228600" lvl="5" marL="2743200" algn="l">
              <a:lnSpc>
                <a:spcPct val="90000"/>
              </a:lnSpc>
              <a:spcBef>
                <a:spcPts val="375"/>
              </a:spcBef>
              <a:spcAft>
                <a:spcPts val="0"/>
              </a:spcAft>
              <a:buSzPts val="1350"/>
              <a:buNone/>
              <a:defRPr b="1" sz="1200"/>
            </a:lvl6pPr>
            <a:lvl7pPr indent="-228600" lvl="6" marL="3200400" algn="l">
              <a:lnSpc>
                <a:spcPct val="90000"/>
              </a:lnSpc>
              <a:spcBef>
                <a:spcPts val="375"/>
              </a:spcBef>
              <a:spcAft>
                <a:spcPts val="0"/>
              </a:spcAft>
              <a:buSzPts val="1350"/>
              <a:buNone/>
              <a:defRPr b="1" sz="1200"/>
            </a:lvl7pPr>
            <a:lvl8pPr indent="-228600" lvl="7" marL="3657600" algn="l">
              <a:lnSpc>
                <a:spcPct val="90000"/>
              </a:lnSpc>
              <a:spcBef>
                <a:spcPts val="375"/>
              </a:spcBef>
              <a:spcAft>
                <a:spcPts val="0"/>
              </a:spcAft>
              <a:buSzPts val="1350"/>
              <a:buNone/>
              <a:defRPr b="1" sz="1200"/>
            </a:lvl8pPr>
            <a:lvl9pPr indent="-228600" lvl="8" marL="4114800" algn="l">
              <a:lnSpc>
                <a:spcPct val="90000"/>
              </a:lnSpc>
              <a:spcBef>
                <a:spcPts val="375"/>
              </a:spcBef>
              <a:spcAft>
                <a:spcPts val="0"/>
              </a:spcAft>
              <a:buSzPts val="1350"/>
              <a:buNone/>
              <a:defRPr b="1" sz="1200"/>
            </a:lvl9pPr>
          </a:lstStyle>
          <a:p/>
        </p:txBody>
      </p:sp>
      <p:sp>
        <p:nvSpPr>
          <p:cNvPr id="37" name="Google Shape;37;p25"/>
          <p:cNvSpPr txBox="1"/>
          <p:nvPr>
            <p:ph idx="3" type="body"/>
          </p:nvPr>
        </p:nvSpPr>
        <p:spPr>
          <a:xfrm>
            <a:off x="629842" y="2575535"/>
            <a:ext cx="3868340" cy="2066712"/>
          </a:xfrm>
          <a:prstGeom prst="rect">
            <a:avLst/>
          </a:prstGeom>
          <a:noFill/>
          <a:ln>
            <a:noFill/>
          </a:ln>
        </p:spPr>
        <p:txBody>
          <a:bodyPr anchorCtr="0" anchor="t" bIns="45700" lIns="91425" spcFirstLastPara="1" rIns="91425" wrap="square" tIns="45700">
            <a:normAutofit/>
          </a:bodyPr>
          <a:lstStyle>
            <a:lvl1pPr indent="-361950" lvl="0" marL="457200" algn="l">
              <a:lnSpc>
                <a:spcPct val="90000"/>
              </a:lnSpc>
              <a:spcBef>
                <a:spcPts val="750"/>
              </a:spcBef>
              <a:spcAft>
                <a:spcPts val="0"/>
              </a:spcAft>
              <a:buSzPts val="2100"/>
              <a:buChar char="•"/>
              <a:defRPr/>
            </a:lvl1pPr>
            <a:lvl2pPr indent="-342900" lvl="1" marL="914400" algn="l">
              <a:lnSpc>
                <a:spcPct val="90000"/>
              </a:lnSpc>
              <a:spcBef>
                <a:spcPts val="375"/>
              </a:spcBef>
              <a:spcAft>
                <a:spcPts val="0"/>
              </a:spcAft>
              <a:buSzPts val="1800"/>
              <a:buChar char="•"/>
              <a:defRPr/>
            </a:lvl2pPr>
            <a:lvl3pPr indent="-323850" lvl="2" marL="1371600" algn="l">
              <a:lnSpc>
                <a:spcPct val="90000"/>
              </a:lnSpc>
              <a:spcBef>
                <a:spcPts val="375"/>
              </a:spcBef>
              <a:spcAft>
                <a:spcPts val="0"/>
              </a:spcAft>
              <a:buSzPts val="1500"/>
              <a:buChar char="•"/>
              <a:defRPr/>
            </a:lvl3pPr>
            <a:lvl4pPr indent="-314325" lvl="3" marL="1828800" algn="l">
              <a:lnSpc>
                <a:spcPct val="90000"/>
              </a:lnSpc>
              <a:spcBef>
                <a:spcPts val="375"/>
              </a:spcBef>
              <a:spcAft>
                <a:spcPts val="0"/>
              </a:spcAft>
              <a:buSzPts val="1350"/>
              <a:buChar char="•"/>
              <a:defRPr/>
            </a:lvl4pPr>
            <a:lvl5pPr indent="-314325" lvl="4" marL="2286000" algn="l">
              <a:lnSpc>
                <a:spcPct val="90000"/>
              </a:lnSpc>
              <a:spcBef>
                <a:spcPts val="375"/>
              </a:spcBef>
              <a:spcAft>
                <a:spcPts val="0"/>
              </a:spcAft>
              <a:buSzPts val="1350"/>
              <a:buChar char="•"/>
              <a:defRPr/>
            </a:lvl5pPr>
            <a:lvl6pPr indent="-314325" lvl="5" marL="2743200" algn="l">
              <a:lnSpc>
                <a:spcPct val="90000"/>
              </a:lnSpc>
              <a:spcBef>
                <a:spcPts val="375"/>
              </a:spcBef>
              <a:spcAft>
                <a:spcPts val="0"/>
              </a:spcAft>
              <a:buSzPts val="1350"/>
              <a:buChar char="•"/>
              <a:defRPr/>
            </a:lvl6pPr>
            <a:lvl7pPr indent="-314325" lvl="6" marL="3200400" algn="l">
              <a:lnSpc>
                <a:spcPct val="90000"/>
              </a:lnSpc>
              <a:spcBef>
                <a:spcPts val="375"/>
              </a:spcBef>
              <a:spcAft>
                <a:spcPts val="0"/>
              </a:spcAft>
              <a:buSzPts val="1350"/>
              <a:buChar char="•"/>
              <a:defRPr/>
            </a:lvl7pPr>
            <a:lvl8pPr indent="-314325" lvl="7" marL="3657600" algn="l">
              <a:lnSpc>
                <a:spcPct val="90000"/>
              </a:lnSpc>
              <a:spcBef>
                <a:spcPts val="375"/>
              </a:spcBef>
              <a:spcAft>
                <a:spcPts val="0"/>
              </a:spcAft>
              <a:buSzPts val="1350"/>
              <a:buChar char="•"/>
              <a:defRPr/>
            </a:lvl8pPr>
            <a:lvl9pPr indent="-314325" lvl="8" marL="4114800" algn="l">
              <a:lnSpc>
                <a:spcPct val="90000"/>
              </a:lnSpc>
              <a:spcBef>
                <a:spcPts val="375"/>
              </a:spcBef>
              <a:spcAft>
                <a:spcPts val="0"/>
              </a:spcAft>
              <a:buSzPts val="1350"/>
              <a:buChar char="•"/>
              <a:defRPr/>
            </a:lvl9pPr>
          </a:lstStyle>
          <a:p/>
        </p:txBody>
      </p:sp>
      <p:sp>
        <p:nvSpPr>
          <p:cNvPr id="38" name="Google Shape;38;p25"/>
          <p:cNvSpPr txBox="1"/>
          <p:nvPr>
            <p:ph idx="4" type="body"/>
          </p:nvPr>
        </p:nvSpPr>
        <p:spPr>
          <a:xfrm>
            <a:off x="4629150" y="14894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SzPts val="2100"/>
              <a:buNone/>
              <a:defRPr b="1" sz="1800">
                <a:solidFill>
                  <a:schemeClr val="lt1"/>
                </a:solidFill>
              </a:defRPr>
            </a:lvl1pPr>
            <a:lvl2pPr indent="-228600" lvl="1" marL="914400" algn="l">
              <a:lnSpc>
                <a:spcPct val="90000"/>
              </a:lnSpc>
              <a:spcBef>
                <a:spcPts val="375"/>
              </a:spcBef>
              <a:spcAft>
                <a:spcPts val="0"/>
              </a:spcAft>
              <a:buSzPts val="1800"/>
              <a:buNone/>
              <a:defRPr b="1" sz="1500"/>
            </a:lvl2pPr>
            <a:lvl3pPr indent="-228600" lvl="2" marL="1371600" algn="l">
              <a:lnSpc>
                <a:spcPct val="90000"/>
              </a:lnSpc>
              <a:spcBef>
                <a:spcPts val="375"/>
              </a:spcBef>
              <a:spcAft>
                <a:spcPts val="0"/>
              </a:spcAft>
              <a:buSzPts val="1500"/>
              <a:buNone/>
              <a:defRPr b="1" sz="1350"/>
            </a:lvl3pPr>
            <a:lvl4pPr indent="-228600" lvl="3" marL="1828800" algn="l">
              <a:lnSpc>
                <a:spcPct val="90000"/>
              </a:lnSpc>
              <a:spcBef>
                <a:spcPts val="375"/>
              </a:spcBef>
              <a:spcAft>
                <a:spcPts val="0"/>
              </a:spcAft>
              <a:buSzPts val="1350"/>
              <a:buNone/>
              <a:defRPr b="1" sz="1200"/>
            </a:lvl4pPr>
            <a:lvl5pPr indent="-228600" lvl="4" marL="2286000" algn="l">
              <a:lnSpc>
                <a:spcPct val="90000"/>
              </a:lnSpc>
              <a:spcBef>
                <a:spcPts val="375"/>
              </a:spcBef>
              <a:spcAft>
                <a:spcPts val="0"/>
              </a:spcAft>
              <a:buSzPts val="1350"/>
              <a:buNone/>
              <a:defRPr b="1" sz="1200"/>
            </a:lvl5pPr>
            <a:lvl6pPr indent="-228600" lvl="5" marL="2743200" algn="l">
              <a:lnSpc>
                <a:spcPct val="90000"/>
              </a:lnSpc>
              <a:spcBef>
                <a:spcPts val="375"/>
              </a:spcBef>
              <a:spcAft>
                <a:spcPts val="0"/>
              </a:spcAft>
              <a:buSzPts val="1350"/>
              <a:buNone/>
              <a:defRPr b="1" sz="1200"/>
            </a:lvl6pPr>
            <a:lvl7pPr indent="-228600" lvl="6" marL="3200400" algn="l">
              <a:lnSpc>
                <a:spcPct val="90000"/>
              </a:lnSpc>
              <a:spcBef>
                <a:spcPts val="375"/>
              </a:spcBef>
              <a:spcAft>
                <a:spcPts val="0"/>
              </a:spcAft>
              <a:buSzPts val="1350"/>
              <a:buNone/>
              <a:defRPr b="1" sz="1200"/>
            </a:lvl7pPr>
            <a:lvl8pPr indent="-228600" lvl="7" marL="3657600" algn="l">
              <a:lnSpc>
                <a:spcPct val="90000"/>
              </a:lnSpc>
              <a:spcBef>
                <a:spcPts val="375"/>
              </a:spcBef>
              <a:spcAft>
                <a:spcPts val="0"/>
              </a:spcAft>
              <a:buSzPts val="1350"/>
              <a:buNone/>
              <a:defRPr b="1" sz="1200"/>
            </a:lvl8pPr>
            <a:lvl9pPr indent="-228600" lvl="8" marL="4114800" algn="l">
              <a:lnSpc>
                <a:spcPct val="90000"/>
              </a:lnSpc>
              <a:spcBef>
                <a:spcPts val="375"/>
              </a:spcBef>
              <a:spcAft>
                <a:spcPts val="0"/>
              </a:spcAft>
              <a:buSzPts val="1350"/>
              <a:buNone/>
              <a:defRPr b="1" sz="1200"/>
            </a:lvl9pPr>
          </a:lstStyle>
          <a:p/>
        </p:txBody>
      </p:sp>
      <p:sp>
        <p:nvSpPr>
          <p:cNvPr id="39" name="Google Shape;39;p25"/>
          <p:cNvSpPr txBox="1"/>
          <p:nvPr>
            <p:ph idx="5" type="body"/>
          </p:nvPr>
        </p:nvSpPr>
        <p:spPr>
          <a:xfrm>
            <a:off x="4629150" y="2575535"/>
            <a:ext cx="3887391" cy="2066712"/>
          </a:xfrm>
          <a:prstGeom prst="rect">
            <a:avLst/>
          </a:prstGeom>
          <a:noFill/>
          <a:ln>
            <a:noFill/>
          </a:ln>
        </p:spPr>
        <p:txBody>
          <a:bodyPr anchorCtr="0" anchor="t" bIns="45700" lIns="91425" spcFirstLastPara="1" rIns="91425" wrap="square" tIns="45700">
            <a:normAutofit/>
          </a:bodyPr>
          <a:lstStyle>
            <a:lvl1pPr indent="-361950" lvl="0" marL="457200" algn="l">
              <a:lnSpc>
                <a:spcPct val="90000"/>
              </a:lnSpc>
              <a:spcBef>
                <a:spcPts val="750"/>
              </a:spcBef>
              <a:spcAft>
                <a:spcPts val="0"/>
              </a:spcAft>
              <a:buSzPts val="2100"/>
              <a:buChar char="•"/>
              <a:defRPr/>
            </a:lvl1pPr>
            <a:lvl2pPr indent="-342900" lvl="1" marL="914400" algn="l">
              <a:lnSpc>
                <a:spcPct val="90000"/>
              </a:lnSpc>
              <a:spcBef>
                <a:spcPts val="375"/>
              </a:spcBef>
              <a:spcAft>
                <a:spcPts val="0"/>
              </a:spcAft>
              <a:buSzPts val="1800"/>
              <a:buChar char="•"/>
              <a:defRPr/>
            </a:lvl2pPr>
            <a:lvl3pPr indent="-323850" lvl="2" marL="1371600" algn="l">
              <a:lnSpc>
                <a:spcPct val="90000"/>
              </a:lnSpc>
              <a:spcBef>
                <a:spcPts val="375"/>
              </a:spcBef>
              <a:spcAft>
                <a:spcPts val="0"/>
              </a:spcAft>
              <a:buSzPts val="1500"/>
              <a:buChar char="•"/>
              <a:defRPr/>
            </a:lvl3pPr>
            <a:lvl4pPr indent="-314325" lvl="3" marL="1828800" algn="l">
              <a:lnSpc>
                <a:spcPct val="90000"/>
              </a:lnSpc>
              <a:spcBef>
                <a:spcPts val="375"/>
              </a:spcBef>
              <a:spcAft>
                <a:spcPts val="0"/>
              </a:spcAft>
              <a:buSzPts val="1350"/>
              <a:buChar char="•"/>
              <a:defRPr/>
            </a:lvl4pPr>
            <a:lvl5pPr indent="-314325" lvl="4" marL="2286000" algn="l">
              <a:lnSpc>
                <a:spcPct val="90000"/>
              </a:lnSpc>
              <a:spcBef>
                <a:spcPts val="375"/>
              </a:spcBef>
              <a:spcAft>
                <a:spcPts val="0"/>
              </a:spcAft>
              <a:buSzPts val="1350"/>
              <a:buChar char="•"/>
              <a:defRPr/>
            </a:lvl5pPr>
            <a:lvl6pPr indent="-314325" lvl="5" marL="2743200" algn="l">
              <a:lnSpc>
                <a:spcPct val="90000"/>
              </a:lnSpc>
              <a:spcBef>
                <a:spcPts val="375"/>
              </a:spcBef>
              <a:spcAft>
                <a:spcPts val="0"/>
              </a:spcAft>
              <a:buSzPts val="1350"/>
              <a:buChar char="•"/>
              <a:defRPr/>
            </a:lvl6pPr>
            <a:lvl7pPr indent="-314325" lvl="6" marL="3200400" algn="l">
              <a:lnSpc>
                <a:spcPct val="90000"/>
              </a:lnSpc>
              <a:spcBef>
                <a:spcPts val="375"/>
              </a:spcBef>
              <a:spcAft>
                <a:spcPts val="0"/>
              </a:spcAft>
              <a:buSzPts val="1350"/>
              <a:buChar char="•"/>
              <a:defRPr/>
            </a:lvl7pPr>
            <a:lvl8pPr indent="-314325" lvl="7" marL="3657600" algn="l">
              <a:lnSpc>
                <a:spcPct val="90000"/>
              </a:lnSpc>
              <a:spcBef>
                <a:spcPts val="375"/>
              </a:spcBef>
              <a:spcAft>
                <a:spcPts val="0"/>
              </a:spcAft>
              <a:buSzPts val="1350"/>
              <a:buChar char="•"/>
              <a:defRPr/>
            </a:lvl8pPr>
            <a:lvl9pPr indent="-314325" lvl="8" marL="4114800" algn="l">
              <a:lnSpc>
                <a:spcPct val="90000"/>
              </a:lnSpc>
              <a:spcBef>
                <a:spcPts val="375"/>
              </a:spcBef>
              <a:spcAft>
                <a:spcPts val="0"/>
              </a:spcAft>
              <a:buSzPts val="1350"/>
              <a:buChar char="•"/>
              <a:defRPr/>
            </a:lvl9pPr>
          </a:lstStyle>
          <a:p/>
        </p:txBody>
      </p:sp>
      <p:sp>
        <p:nvSpPr>
          <p:cNvPr id="40" name="Google Shape;40;p2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a:lvl1pPr>
            <a:lvl2pPr indent="0" lvl="1" marL="0" algn="r">
              <a:lnSpc>
                <a:spcPct val="100000"/>
              </a:lnSpc>
              <a:spcBef>
                <a:spcPts val="0"/>
              </a:spcBef>
              <a:spcAft>
                <a:spcPts val="0"/>
              </a:spcAft>
              <a:buSzPts val="900"/>
              <a:buNone/>
              <a:defRPr/>
            </a:lvl2pPr>
            <a:lvl3pPr indent="0" lvl="2" marL="0" algn="r">
              <a:lnSpc>
                <a:spcPct val="100000"/>
              </a:lnSpc>
              <a:spcBef>
                <a:spcPts val="0"/>
              </a:spcBef>
              <a:spcAft>
                <a:spcPts val="0"/>
              </a:spcAft>
              <a:buSzPts val="900"/>
              <a:buNone/>
              <a:defRPr/>
            </a:lvl3pPr>
            <a:lvl4pPr indent="0" lvl="3" marL="0" algn="r">
              <a:lnSpc>
                <a:spcPct val="100000"/>
              </a:lnSpc>
              <a:spcBef>
                <a:spcPts val="0"/>
              </a:spcBef>
              <a:spcAft>
                <a:spcPts val="0"/>
              </a:spcAft>
              <a:buSzPts val="900"/>
              <a:buNone/>
              <a:defRPr/>
            </a:lvl4pPr>
            <a:lvl5pPr indent="0" lvl="4" marL="0" algn="r">
              <a:lnSpc>
                <a:spcPct val="100000"/>
              </a:lnSpc>
              <a:spcBef>
                <a:spcPts val="0"/>
              </a:spcBef>
              <a:spcAft>
                <a:spcPts val="0"/>
              </a:spcAft>
              <a:buSzPts val="900"/>
              <a:buNone/>
              <a:defRPr/>
            </a:lvl5pPr>
            <a:lvl6pPr indent="0" lvl="5" marL="0" algn="r">
              <a:lnSpc>
                <a:spcPct val="100000"/>
              </a:lnSpc>
              <a:spcBef>
                <a:spcPts val="0"/>
              </a:spcBef>
              <a:spcAft>
                <a:spcPts val="0"/>
              </a:spcAft>
              <a:buSzPts val="900"/>
              <a:buNone/>
              <a:defRPr/>
            </a:lvl6pPr>
            <a:lvl7pPr indent="0" lvl="6" marL="0" algn="r">
              <a:lnSpc>
                <a:spcPct val="100000"/>
              </a:lnSpc>
              <a:spcBef>
                <a:spcPts val="0"/>
              </a:spcBef>
              <a:spcAft>
                <a:spcPts val="0"/>
              </a:spcAft>
              <a:buSzPts val="900"/>
              <a:buNone/>
              <a:defRPr/>
            </a:lvl7pPr>
            <a:lvl8pPr indent="0" lvl="7" marL="0" algn="r">
              <a:lnSpc>
                <a:spcPct val="100000"/>
              </a:lnSpc>
              <a:spcBef>
                <a:spcPts val="0"/>
              </a:spcBef>
              <a:spcAft>
                <a:spcPts val="0"/>
              </a:spcAft>
              <a:buSzPts val="900"/>
              <a:buNone/>
              <a:defRPr/>
            </a:lvl8pPr>
            <a:lvl9pPr indent="0" lvl="8" marL="0" algn="r">
              <a:lnSpc>
                <a:spcPct val="100000"/>
              </a:lnSpc>
              <a:spcBef>
                <a:spcPts val="0"/>
              </a:spcBef>
              <a:spcAft>
                <a:spcPts val="0"/>
              </a:spcAft>
              <a:buSzPts val="90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43" name="Shape 43"/>
        <p:cNvGrpSpPr/>
        <p:nvPr/>
      </p:nvGrpSpPr>
      <p:grpSpPr>
        <a:xfrm>
          <a:off x="0" y="0"/>
          <a:ext cx="0" cy="0"/>
          <a:chOff x="0" y="0"/>
          <a:chExt cx="0" cy="0"/>
        </a:xfrm>
      </p:grpSpPr>
      <p:sp>
        <p:nvSpPr>
          <p:cNvPr id="44" name="Google Shape;44;p26"/>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48" name="Shape 48"/>
        <p:cNvGrpSpPr/>
        <p:nvPr/>
      </p:nvGrpSpPr>
      <p:grpSpPr>
        <a:xfrm>
          <a:off x="0" y="0"/>
          <a:ext cx="0" cy="0"/>
          <a:chOff x="0" y="0"/>
          <a:chExt cx="0" cy="0"/>
        </a:xfrm>
      </p:grpSpPr>
      <p:sp>
        <p:nvSpPr>
          <p:cNvPr id="49" name="Google Shape;49;p29"/>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628650" y="1369218"/>
            <a:ext cx="78867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1" name="Google Shape;51;p2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54" name="Shape 54"/>
        <p:cNvGrpSpPr/>
        <p:nvPr/>
      </p:nvGrpSpPr>
      <p:grpSpPr>
        <a:xfrm>
          <a:off x="0" y="0"/>
          <a:ext cx="0" cy="0"/>
          <a:chOff x="0" y="0"/>
          <a:chExt cx="0" cy="0"/>
        </a:xfrm>
      </p:grpSpPr>
      <p:sp>
        <p:nvSpPr>
          <p:cNvPr id="55" name="Google Shape;55;p30"/>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0"/>
          <p:cNvSpPr txBox="1"/>
          <p:nvPr>
            <p:ph idx="1" type="body"/>
          </p:nvPr>
        </p:nvSpPr>
        <p:spPr>
          <a:xfrm>
            <a:off x="628650" y="1369218"/>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7" name="Google Shape;57;p30"/>
          <p:cNvSpPr txBox="1"/>
          <p:nvPr>
            <p:ph idx="2" type="body"/>
          </p:nvPr>
        </p:nvSpPr>
        <p:spPr>
          <a:xfrm>
            <a:off x="4629150" y="1369218"/>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8" name="Google Shape;58;p3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61" name="Shape 61"/>
        <p:cNvGrpSpPr/>
        <p:nvPr/>
      </p:nvGrpSpPr>
      <p:grpSpPr>
        <a:xfrm>
          <a:off x="0" y="0"/>
          <a:ext cx="0" cy="0"/>
          <a:chOff x="0" y="0"/>
          <a:chExt cx="0" cy="0"/>
        </a:xfrm>
      </p:grpSpPr>
      <p:sp>
        <p:nvSpPr>
          <p:cNvPr id="62" name="Google Shape;62;p31"/>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1"/>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64" name="Google Shape;64;p3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3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67" name="Shape 67"/>
        <p:cNvGrpSpPr/>
        <p:nvPr/>
      </p:nvGrpSpPr>
      <p:grpSpPr>
        <a:xfrm>
          <a:off x="0" y="0"/>
          <a:ext cx="0" cy="0"/>
          <a:chOff x="0" y="0"/>
          <a:chExt cx="0" cy="0"/>
        </a:xfrm>
      </p:grpSpPr>
      <p:sp>
        <p:nvSpPr>
          <p:cNvPr id="68" name="Google Shape;68;p32"/>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2"/>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70" name="Google Shape;70;p32"/>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1" name="Google Shape;71;p32"/>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72" name="Google Shape;72;p32"/>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3" name="Google Shape;73;p3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76" name="Shape 76"/>
        <p:cNvGrpSpPr/>
        <p:nvPr/>
      </p:nvGrpSpPr>
      <p:grpSpPr>
        <a:xfrm>
          <a:off x="0" y="0"/>
          <a:ext cx="0" cy="0"/>
          <a:chOff x="0" y="0"/>
          <a:chExt cx="0" cy="0"/>
        </a:xfrm>
      </p:grpSpPr>
      <p:sp>
        <p:nvSpPr>
          <p:cNvPr id="77" name="Google Shape;77;p33"/>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3"/>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79" name="Google Shape;79;p33"/>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80" name="Google Shape;80;p3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83" name="Shape 83"/>
        <p:cNvGrpSpPr/>
        <p:nvPr/>
      </p:nvGrpSpPr>
      <p:grpSpPr>
        <a:xfrm>
          <a:off x="0" y="0"/>
          <a:ext cx="0" cy="0"/>
          <a:chOff x="0" y="0"/>
          <a:chExt cx="0" cy="0"/>
        </a:xfrm>
      </p:grpSpPr>
      <p:sp>
        <p:nvSpPr>
          <p:cNvPr id="84" name="Google Shape;84;p34"/>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4"/>
          <p:cNvSpPr/>
          <p:nvPr>
            <p:ph idx="2" type="pic"/>
          </p:nvPr>
        </p:nvSpPr>
        <p:spPr>
          <a:xfrm>
            <a:off x="3887391" y="740569"/>
            <a:ext cx="4629150" cy="3655219"/>
          </a:xfrm>
          <a:prstGeom prst="rect">
            <a:avLst/>
          </a:prstGeom>
          <a:noFill/>
          <a:ln>
            <a:noFill/>
          </a:ln>
        </p:spPr>
      </p:sp>
      <p:sp>
        <p:nvSpPr>
          <p:cNvPr id="86" name="Google Shape;86;p34"/>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87" name="Google Shape;87;p3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90" name="Shape 90"/>
        <p:cNvGrpSpPr/>
        <p:nvPr/>
      </p:nvGrpSpPr>
      <p:grpSpPr>
        <a:xfrm>
          <a:off x="0" y="0"/>
          <a:ext cx="0" cy="0"/>
          <a:chOff x="0" y="0"/>
          <a:chExt cx="0" cy="0"/>
        </a:xfrm>
      </p:grpSpPr>
      <p:sp>
        <p:nvSpPr>
          <p:cNvPr id="91" name="Google Shape;91;p35"/>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5"/>
          <p:cNvSpPr txBox="1"/>
          <p:nvPr>
            <p:ph idx="1" type="body"/>
          </p:nvPr>
        </p:nvSpPr>
        <p:spPr>
          <a:xfrm rot="5400000">
            <a:off x="2940248" y="-942379"/>
            <a:ext cx="3263504"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3" name="Google Shape;93;p3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3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96" name="Shape 96"/>
        <p:cNvGrpSpPr/>
        <p:nvPr/>
      </p:nvGrpSpPr>
      <p:grpSpPr>
        <a:xfrm>
          <a:off x="0" y="0"/>
          <a:ext cx="0" cy="0"/>
          <a:chOff x="0" y="0"/>
          <a:chExt cx="0" cy="0"/>
        </a:xfrm>
      </p:grpSpPr>
      <p:sp>
        <p:nvSpPr>
          <p:cNvPr id="97" name="Google Shape;97;p36"/>
          <p:cNvSpPr txBox="1"/>
          <p:nvPr>
            <p:ph type="title"/>
          </p:nvPr>
        </p:nvSpPr>
        <p:spPr>
          <a:xfrm rot="5400000">
            <a:off x="5350073" y="1467446"/>
            <a:ext cx="4358879"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6"/>
          <p:cNvSpPr txBox="1"/>
          <p:nvPr>
            <p:ph idx="1" type="body"/>
          </p:nvPr>
        </p:nvSpPr>
        <p:spPr>
          <a:xfrm rot="5400000">
            <a:off x="1349573" y="-447079"/>
            <a:ext cx="4358879"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9" name="Google Shape;99;p3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3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9" name="Shape 109"/>
        <p:cNvGrpSpPr/>
        <p:nvPr/>
      </p:nvGrpSpPr>
      <p:grpSpPr>
        <a:xfrm>
          <a:off x="0" y="0"/>
          <a:ext cx="0" cy="0"/>
          <a:chOff x="0" y="0"/>
          <a:chExt cx="0" cy="0"/>
        </a:xfrm>
      </p:grpSpPr>
      <p:sp>
        <p:nvSpPr>
          <p:cNvPr id="110" name="Google Shape;110;p28"/>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8"/>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28"/>
          <p:cNvSpPr txBox="1"/>
          <p:nvPr>
            <p:ph idx="1" type="body"/>
          </p:nvPr>
        </p:nvSpPr>
        <p:spPr>
          <a:xfrm>
            <a:off x="628650" y="1369218"/>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rgbClr val="3F3F3F"/>
              </a:buClr>
              <a:buSzPts val="1800"/>
              <a:buChar char="•"/>
              <a:defRPr/>
            </a:lvl1pPr>
            <a:lvl2pPr indent="-342900" lvl="1" marL="914400" algn="l">
              <a:lnSpc>
                <a:spcPct val="90000"/>
              </a:lnSpc>
              <a:spcBef>
                <a:spcPts val="375"/>
              </a:spcBef>
              <a:spcAft>
                <a:spcPts val="0"/>
              </a:spcAft>
              <a:buClr>
                <a:srgbClr val="3F3F3F"/>
              </a:buClr>
              <a:buSzPts val="1800"/>
              <a:buChar char="•"/>
              <a:defRPr/>
            </a:lvl2pPr>
            <a:lvl3pPr indent="-342900" lvl="2" marL="1371600" algn="l">
              <a:lnSpc>
                <a:spcPct val="90000"/>
              </a:lnSpc>
              <a:spcBef>
                <a:spcPts val="375"/>
              </a:spcBef>
              <a:spcAft>
                <a:spcPts val="0"/>
              </a:spcAft>
              <a:buClr>
                <a:srgbClr val="3F3F3F"/>
              </a:buClr>
              <a:buSzPts val="1800"/>
              <a:buChar char="•"/>
              <a:defRPr/>
            </a:lvl3pPr>
            <a:lvl4pPr indent="-342900" lvl="3" marL="1828800" algn="l">
              <a:lnSpc>
                <a:spcPct val="90000"/>
              </a:lnSpc>
              <a:spcBef>
                <a:spcPts val="375"/>
              </a:spcBef>
              <a:spcAft>
                <a:spcPts val="0"/>
              </a:spcAft>
              <a:buClr>
                <a:srgbClr val="3F3F3F"/>
              </a:buClr>
              <a:buSzPts val="1800"/>
              <a:buChar char="•"/>
              <a:defRPr/>
            </a:lvl4pPr>
            <a:lvl5pPr indent="-342900" lvl="4" marL="2286000" algn="l">
              <a:lnSpc>
                <a:spcPct val="90000"/>
              </a:lnSpc>
              <a:spcBef>
                <a:spcPts val="375"/>
              </a:spcBef>
              <a:spcAft>
                <a:spcPts val="0"/>
              </a:spcAft>
              <a:buClr>
                <a:srgbClr val="3F3F3F"/>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3" name="Google Shape;113;p28"/>
          <p:cNvSpPr txBox="1"/>
          <p:nvPr>
            <p:ph idx="2" type="body"/>
          </p:nvPr>
        </p:nvSpPr>
        <p:spPr>
          <a:xfrm>
            <a:off x="4629150" y="1369218"/>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rgbClr val="3F3F3F"/>
              </a:buClr>
              <a:buSzPts val="1800"/>
              <a:buChar char="•"/>
              <a:defRPr/>
            </a:lvl1pPr>
            <a:lvl2pPr indent="-342900" lvl="1" marL="914400" algn="l">
              <a:lnSpc>
                <a:spcPct val="90000"/>
              </a:lnSpc>
              <a:spcBef>
                <a:spcPts val="375"/>
              </a:spcBef>
              <a:spcAft>
                <a:spcPts val="0"/>
              </a:spcAft>
              <a:buClr>
                <a:srgbClr val="3F3F3F"/>
              </a:buClr>
              <a:buSzPts val="1800"/>
              <a:buChar char="•"/>
              <a:defRPr/>
            </a:lvl2pPr>
            <a:lvl3pPr indent="-342900" lvl="2" marL="1371600" algn="l">
              <a:lnSpc>
                <a:spcPct val="90000"/>
              </a:lnSpc>
              <a:spcBef>
                <a:spcPts val="375"/>
              </a:spcBef>
              <a:spcAft>
                <a:spcPts val="0"/>
              </a:spcAft>
              <a:buClr>
                <a:srgbClr val="3F3F3F"/>
              </a:buClr>
              <a:buSzPts val="1800"/>
              <a:buChar char="•"/>
              <a:defRPr/>
            </a:lvl3pPr>
            <a:lvl4pPr indent="-342900" lvl="3" marL="1828800" algn="l">
              <a:lnSpc>
                <a:spcPct val="90000"/>
              </a:lnSpc>
              <a:spcBef>
                <a:spcPts val="375"/>
              </a:spcBef>
              <a:spcAft>
                <a:spcPts val="0"/>
              </a:spcAft>
              <a:buClr>
                <a:srgbClr val="3F3F3F"/>
              </a:buClr>
              <a:buSzPts val="1800"/>
              <a:buChar char="•"/>
              <a:defRPr/>
            </a:lvl4pPr>
            <a:lvl5pPr indent="-342900" lvl="4" marL="2286000" algn="l">
              <a:lnSpc>
                <a:spcPct val="90000"/>
              </a:lnSpc>
              <a:spcBef>
                <a:spcPts val="375"/>
              </a:spcBef>
              <a:spcAft>
                <a:spcPts val="0"/>
              </a:spcAft>
              <a:buClr>
                <a:srgbClr val="3F3F3F"/>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4" name="Google Shape;114;p28"/>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28"/>
          <p:cNvSpPr txBox="1"/>
          <p:nvPr>
            <p:ph idx="11" type="ftr"/>
          </p:nvPr>
        </p:nvSpPr>
        <p:spPr>
          <a:xfrm>
            <a:off x="3028950" y="4631177"/>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6" name="Shape 116"/>
        <p:cNvGrpSpPr/>
        <p:nvPr/>
      </p:nvGrpSpPr>
      <p:grpSpPr>
        <a:xfrm>
          <a:off x="0" y="0"/>
          <a:ext cx="0" cy="0"/>
          <a:chOff x="0" y="0"/>
          <a:chExt cx="0" cy="0"/>
        </a:xfrm>
      </p:grpSpPr>
      <p:sp>
        <p:nvSpPr>
          <p:cNvPr id="117" name="Google Shape;117;p37"/>
          <p:cNvSpPr txBox="1"/>
          <p:nvPr>
            <p:ph type="ctrTitle"/>
          </p:nvPr>
        </p:nvSpPr>
        <p:spPr>
          <a:xfrm>
            <a:off x="1143000" y="1529636"/>
            <a:ext cx="6858000" cy="1596037"/>
          </a:xfrm>
          <a:prstGeom prst="rect">
            <a:avLst/>
          </a:prstGeom>
          <a:noFill/>
          <a:ln>
            <a:noFill/>
          </a:ln>
        </p:spPr>
        <p:txBody>
          <a:bodyPr anchorCtr="0" anchor="b" bIns="45700" lIns="91425" spcFirstLastPara="1" rIns="91425" wrap="square" tIns="45700">
            <a:normAutofit/>
          </a:bodyPr>
          <a:lstStyle>
            <a:lvl1pPr lvl="0" algn="ctr">
              <a:lnSpc>
                <a:spcPct val="125000"/>
              </a:lnSpc>
              <a:spcBef>
                <a:spcPts val="0"/>
              </a:spcBef>
              <a:spcAft>
                <a:spcPts val="0"/>
              </a:spcAft>
              <a:buClr>
                <a:schemeClr val="lt1"/>
              </a:buClr>
              <a:buSzPts val="4500"/>
              <a:buFont typeface="Gill Sans"/>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37"/>
          <p:cNvSpPr txBox="1"/>
          <p:nvPr>
            <p:ph idx="1" type="subTitle"/>
          </p:nvPr>
        </p:nvSpPr>
        <p:spPr>
          <a:xfrm>
            <a:off x="1143000" y="3165872"/>
            <a:ext cx="6858000" cy="661501"/>
          </a:xfrm>
          <a:prstGeom prst="rect">
            <a:avLst/>
          </a:prstGeom>
          <a:solidFill>
            <a:schemeClr val="accent2">
              <a:alpha val="89803"/>
            </a:schemeClr>
          </a:solidFill>
          <a:ln>
            <a:noFill/>
          </a:ln>
        </p:spPr>
        <p:txBody>
          <a:bodyPr anchorCtr="0" anchor="ctr" bIns="45700" lIns="91425" spcFirstLastPara="1" rIns="91425" wrap="square" tIns="45700">
            <a:normAutofit/>
          </a:bodyPr>
          <a:lstStyle>
            <a:lvl1pPr lvl="0" algn="ctr">
              <a:lnSpc>
                <a:spcPct val="90000"/>
              </a:lnSpc>
              <a:spcBef>
                <a:spcPts val="750"/>
              </a:spcBef>
              <a:spcAft>
                <a:spcPts val="0"/>
              </a:spcAft>
              <a:buClr>
                <a:schemeClr val="accent1"/>
              </a:buClr>
              <a:buSzPts val="1900"/>
              <a:buFont typeface="Arial"/>
              <a:buNone/>
              <a:defRPr b="1" i="1" sz="1900">
                <a:solidFill>
                  <a:schemeClr val="accent1"/>
                </a:solidFill>
                <a:latin typeface=" Arial"/>
                <a:ea typeface=" Arial"/>
                <a:cs typeface=" Arial"/>
                <a:sym typeface=" Arial"/>
              </a:defRPr>
            </a:lvl1pPr>
            <a:lvl2pPr lvl="1" algn="ctr">
              <a:lnSpc>
                <a:spcPct val="90000"/>
              </a:lnSpc>
              <a:spcBef>
                <a:spcPts val="375"/>
              </a:spcBef>
              <a:spcAft>
                <a:spcPts val="0"/>
              </a:spcAft>
              <a:buClr>
                <a:srgbClr val="3F3F3F"/>
              </a:buClr>
              <a:buSzPts val="1500"/>
              <a:buNone/>
              <a:defRPr sz="1500"/>
            </a:lvl2pPr>
            <a:lvl3pPr lvl="2" algn="ctr">
              <a:lnSpc>
                <a:spcPct val="90000"/>
              </a:lnSpc>
              <a:spcBef>
                <a:spcPts val="375"/>
              </a:spcBef>
              <a:spcAft>
                <a:spcPts val="0"/>
              </a:spcAft>
              <a:buClr>
                <a:srgbClr val="3F3F3F"/>
              </a:buClr>
              <a:buSzPts val="1350"/>
              <a:buNone/>
              <a:defRPr sz="1350"/>
            </a:lvl3pPr>
            <a:lvl4pPr lvl="3" algn="ctr">
              <a:lnSpc>
                <a:spcPct val="90000"/>
              </a:lnSpc>
              <a:spcBef>
                <a:spcPts val="375"/>
              </a:spcBef>
              <a:spcAft>
                <a:spcPts val="0"/>
              </a:spcAft>
              <a:buClr>
                <a:srgbClr val="3F3F3F"/>
              </a:buClr>
              <a:buSzPts val="1200"/>
              <a:buNone/>
              <a:defRPr sz="1200"/>
            </a:lvl4pPr>
            <a:lvl5pPr lvl="4" algn="ctr">
              <a:lnSpc>
                <a:spcPct val="90000"/>
              </a:lnSpc>
              <a:spcBef>
                <a:spcPts val="375"/>
              </a:spcBef>
              <a:spcAft>
                <a:spcPts val="0"/>
              </a:spcAft>
              <a:buClr>
                <a:srgbClr val="3F3F3F"/>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19" name="Google Shape;119;p37"/>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37"/>
          <p:cNvSpPr txBox="1"/>
          <p:nvPr>
            <p:ph idx="11" type="ftr"/>
          </p:nvPr>
        </p:nvSpPr>
        <p:spPr>
          <a:xfrm>
            <a:off x="3028950" y="4631177"/>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37"/>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2" name="Shape 122"/>
        <p:cNvGrpSpPr/>
        <p:nvPr/>
      </p:nvGrpSpPr>
      <p:grpSpPr>
        <a:xfrm>
          <a:off x="0" y="0"/>
          <a:ext cx="0" cy="0"/>
          <a:chOff x="0" y="0"/>
          <a:chExt cx="0" cy="0"/>
        </a:xfrm>
      </p:grpSpPr>
      <p:sp>
        <p:nvSpPr>
          <p:cNvPr id="123" name="Google Shape;123;p38"/>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38"/>
          <p:cNvSpPr txBox="1"/>
          <p:nvPr>
            <p:ph idx="1" type="body"/>
          </p:nvPr>
        </p:nvSpPr>
        <p:spPr>
          <a:xfrm>
            <a:off x="628650" y="1369218"/>
            <a:ext cx="78867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rgbClr val="3F3F3F"/>
              </a:buClr>
              <a:buSzPts val="1800"/>
              <a:buChar char="•"/>
              <a:defRPr/>
            </a:lvl1pPr>
            <a:lvl2pPr indent="-342900" lvl="1" marL="914400" algn="l">
              <a:lnSpc>
                <a:spcPct val="90000"/>
              </a:lnSpc>
              <a:spcBef>
                <a:spcPts val="375"/>
              </a:spcBef>
              <a:spcAft>
                <a:spcPts val="0"/>
              </a:spcAft>
              <a:buClr>
                <a:srgbClr val="3F3F3F"/>
              </a:buClr>
              <a:buSzPts val="1800"/>
              <a:buChar char="•"/>
              <a:defRPr/>
            </a:lvl2pPr>
            <a:lvl3pPr indent="-342900" lvl="2" marL="1371600" algn="l">
              <a:lnSpc>
                <a:spcPct val="90000"/>
              </a:lnSpc>
              <a:spcBef>
                <a:spcPts val="375"/>
              </a:spcBef>
              <a:spcAft>
                <a:spcPts val="0"/>
              </a:spcAft>
              <a:buClr>
                <a:srgbClr val="3F3F3F"/>
              </a:buClr>
              <a:buSzPts val="1800"/>
              <a:buChar char="•"/>
              <a:defRPr/>
            </a:lvl3pPr>
            <a:lvl4pPr indent="-342900" lvl="3" marL="1828800" algn="l">
              <a:lnSpc>
                <a:spcPct val="90000"/>
              </a:lnSpc>
              <a:spcBef>
                <a:spcPts val="375"/>
              </a:spcBef>
              <a:spcAft>
                <a:spcPts val="0"/>
              </a:spcAft>
              <a:buClr>
                <a:srgbClr val="3F3F3F"/>
              </a:buClr>
              <a:buSzPts val="1800"/>
              <a:buChar char="•"/>
              <a:defRPr/>
            </a:lvl4pPr>
            <a:lvl5pPr indent="-342900" lvl="4" marL="2286000" algn="l">
              <a:lnSpc>
                <a:spcPct val="90000"/>
              </a:lnSpc>
              <a:spcBef>
                <a:spcPts val="375"/>
              </a:spcBef>
              <a:spcAft>
                <a:spcPts val="0"/>
              </a:spcAft>
              <a:buClr>
                <a:srgbClr val="3F3F3F"/>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5" name="Google Shape;125;p38"/>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8"/>
          <p:cNvSpPr txBox="1"/>
          <p:nvPr>
            <p:ph idx="11" type="ftr"/>
          </p:nvPr>
        </p:nvSpPr>
        <p:spPr>
          <a:xfrm>
            <a:off x="3028950" y="4631177"/>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38"/>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8" name="Shape 128"/>
        <p:cNvGrpSpPr/>
        <p:nvPr/>
      </p:nvGrpSpPr>
      <p:grpSpPr>
        <a:xfrm>
          <a:off x="0" y="0"/>
          <a:ext cx="0" cy="0"/>
          <a:chOff x="0" y="0"/>
          <a:chExt cx="0" cy="0"/>
        </a:xfrm>
      </p:grpSpPr>
      <p:sp>
        <p:nvSpPr>
          <p:cNvPr id="129" name="Google Shape;129;p39"/>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2"/>
              </a:buClr>
              <a:buSzPts val="4500"/>
              <a:buFont typeface="Gill Sans"/>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39"/>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131" name="Google Shape;131;p39"/>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9"/>
          <p:cNvSpPr txBox="1"/>
          <p:nvPr>
            <p:ph idx="11" type="ftr"/>
          </p:nvPr>
        </p:nvSpPr>
        <p:spPr>
          <a:xfrm>
            <a:off x="3028950" y="4631177"/>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39"/>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4" name="Shape 134"/>
        <p:cNvGrpSpPr/>
        <p:nvPr/>
      </p:nvGrpSpPr>
      <p:grpSpPr>
        <a:xfrm>
          <a:off x="0" y="0"/>
          <a:ext cx="0" cy="0"/>
          <a:chOff x="0" y="0"/>
          <a:chExt cx="0" cy="0"/>
        </a:xfrm>
      </p:grpSpPr>
      <p:sp>
        <p:nvSpPr>
          <p:cNvPr id="135" name="Google Shape;135;p40"/>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40"/>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rgbClr val="3F3F3F"/>
              </a:buClr>
              <a:buSzPts val="1800"/>
              <a:buNone/>
              <a:defRPr b="1" sz="1800"/>
            </a:lvl1pPr>
            <a:lvl2pPr indent="-228600" lvl="1" marL="914400" algn="l">
              <a:lnSpc>
                <a:spcPct val="90000"/>
              </a:lnSpc>
              <a:spcBef>
                <a:spcPts val="375"/>
              </a:spcBef>
              <a:spcAft>
                <a:spcPts val="0"/>
              </a:spcAft>
              <a:buClr>
                <a:srgbClr val="3F3F3F"/>
              </a:buClr>
              <a:buSzPts val="1500"/>
              <a:buNone/>
              <a:defRPr b="1" sz="1500"/>
            </a:lvl2pPr>
            <a:lvl3pPr indent="-228600" lvl="2" marL="1371600" algn="l">
              <a:lnSpc>
                <a:spcPct val="90000"/>
              </a:lnSpc>
              <a:spcBef>
                <a:spcPts val="375"/>
              </a:spcBef>
              <a:spcAft>
                <a:spcPts val="0"/>
              </a:spcAft>
              <a:buClr>
                <a:srgbClr val="3F3F3F"/>
              </a:buClr>
              <a:buSzPts val="1350"/>
              <a:buNone/>
              <a:defRPr b="1" sz="1350"/>
            </a:lvl3pPr>
            <a:lvl4pPr indent="-228600" lvl="3" marL="1828800" algn="l">
              <a:lnSpc>
                <a:spcPct val="90000"/>
              </a:lnSpc>
              <a:spcBef>
                <a:spcPts val="375"/>
              </a:spcBef>
              <a:spcAft>
                <a:spcPts val="0"/>
              </a:spcAft>
              <a:buClr>
                <a:srgbClr val="3F3F3F"/>
              </a:buClr>
              <a:buSzPts val="1200"/>
              <a:buNone/>
              <a:defRPr b="1" sz="1200"/>
            </a:lvl4pPr>
            <a:lvl5pPr indent="-228600" lvl="4" marL="2286000" algn="l">
              <a:lnSpc>
                <a:spcPct val="90000"/>
              </a:lnSpc>
              <a:spcBef>
                <a:spcPts val="375"/>
              </a:spcBef>
              <a:spcAft>
                <a:spcPts val="0"/>
              </a:spcAft>
              <a:buClr>
                <a:srgbClr val="3F3F3F"/>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37" name="Google Shape;137;p40"/>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rgbClr val="3F3F3F"/>
              </a:buClr>
              <a:buSzPts val="1800"/>
              <a:buChar char="•"/>
              <a:defRPr/>
            </a:lvl1pPr>
            <a:lvl2pPr indent="-342900" lvl="1" marL="914400" algn="l">
              <a:lnSpc>
                <a:spcPct val="90000"/>
              </a:lnSpc>
              <a:spcBef>
                <a:spcPts val="375"/>
              </a:spcBef>
              <a:spcAft>
                <a:spcPts val="0"/>
              </a:spcAft>
              <a:buClr>
                <a:srgbClr val="3F3F3F"/>
              </a:buClr>
              <a:buSzPts val="1800"/>
              <a:buChar char="•"/>
              <a:defRPr/>
            </a:lvl2pPr>
            <a:lvl3pPr indent="-342900" lvl="2" marL="1371600" algn="l">
              <a:lnSpc>
                <a:spcPct val="90000"/>
              </a:lnSpc>
              <a:spcBef>
                <a:spcPts val="375"/>
              </a:spcBef>
              <a:spcAft>
                <a:spcPts val="0"/>
              </a:spcAft>
              <a:buClr>
                <a:srgbClr val="3F3F3F"/>
              </a:buClr>
              <a:buSzPts val="1800"/>
              <a:buChar char="•"/>
              <a:defRPr/>
            </a:lvl3pPr>
            <a:lvl4pPr indent="-342900" lvl="3" marL="1828800" algn="l">
              <a:lnSpc>
                <a:spcPct val="90000"/>
              </a:lnSpc>
              <a:spcBef>
                <a:spcPts val="375"/>
              </a:spcBef>
              <a:spcAft>
                <a:spcPts val="0"/>
              </a:spcAft>
              <a:buClr>
                <a:srgbClr val="3F3F3F"/>
              </a:buClr>
              <a:buSzPts val="1800"/>
              <a:buChar char="•"/>
              <a:defRPr/>
            </a:lvl4pPr>
            <a:lvl5pPr indent="-342900" lvl="4" marL="2286000" algn="l">
              <a:lnSpc>
                <a:spcPct val="90000"/>
              </a:lnSpc>
              <a:spcBef>
                <a:spcPts val="375"/>
              </a:spcBef>
              <a:spcAft>
                <a:spcPts val="0"/>
              </a:spcAft>
              <a:buClr>
                <a:srgbClr val="3F3F3F"/>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38" name="Google Shape;138;p40"/>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rgbClr val="3F3F3F"/>
              </a:buClr>
              <a:buSzPts val="1800"/>
              <a:buNone/>
              <a:defRPr b="1" sz="1800"/>
            </a:lvl1pPr>
            <a:lvl2pPr indent="-228600" lvl="1" marL="914400" algn="l">
              <a:lnSpc>
                <a:spcPct val="90000"/>
              </a:lnSpc>
              <a:spcBef>
                <a:spcPts val="375"/>
              </a:spcBef>
              <a:spcAft>
                <a:spcPts val="0"/>
              </a:spcAft>
              <a:buClr>
                <a:srgbClr val="3F3F3F"/>
              </a:buClr>
              <a:buSzPts val="1500"/>
              <a:buNone/>
              <a:defRPr b="1" sz="1500"/>
            </a:lvl2pPr>
            <a:lvl3pPr indent="-228600" lvl="2" marL="1371600" algn="l">
              <a:lnSpc>
                <a:spcPct val="90000"/>
              </a:lnSpc>
              <a:spcBef>
                <a:spcPts val="375"/>
              </a:spcBef>
              <a:spcAft>
                <a:spcPts val="0"/>
              </a:spcAft>
              <a:buClr>
                <a:srgbClr val="3F3F3F"/>
              </a:buClr>
              <a:buSzPts val="1350"/>
              <a:buNone/>
              <a:defRPr b="1" sz="1350"/>
            </a:lvl3pPr>
            <a:lvl4pPr indent="-228600" lvl="3" marL="1828800" algn="l">
              <a:lnSpc>
                <a:spcPct val="90000"/>
              </a:lnSpc>
              <a:spcBef>
                <a:spcPts val="375"/>
              </a:spcBef>
              <a:spcAft>
                <a:spcPts val="0"/>
              </a:spcAft>
              <a:buClr>
                <a:srgbClr val="3F3F3F"/>
              </a:buClr>
              <a:buSzPts val="1200"/>
              <a:buNone/>
              <a:defRPr b="1" sz="1200"/>
            </a:lvl4pPr>
            <a:lvl5pPr indent="-228600" lvl="4" marL="2286000" algn="l">
              <a:lnSpc>
                <a:spcPct val="90000"/>
              </a:lnSpc>
              <a:spcBef>
                <a:spcPts val="375"/>
              </a:spcBef>
              <a:spcAft>
                <a:spcPts val="0"/>
              </a:spcAft>
              <a:buClr>
                <a:srgbClr val="3F3F3F"/>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39" name="Google Shape;139;p40"/>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rgbClr val="3F3F3F"/>
              </a:buClr>
              <a:buSzPts val="1800"/>
              <a:buChar char="•"/>
              <a:defRPr/>
            </a:lvl1pPr>
            <a:lvl2pPr indent="-342900" lvl="1" marL="914400" algn="l">
              <a:lnSpc>
                <a:spcPct val="90000"/>
              </a:lnSpc>
              <a:spcBef>
                <a:spcPts val="375"/>
              </a:spcBef>
              <a:spcAft>
                <a:spcPts val="0"/>
              </a:spcAft>
              <a:buClr>
                <a:srgbClr val="3F3F3F"/>
              </a:buClr>
              <a:buSzPts val="1800"/>
              <a:buChar char="•"/>
              <a:defRPr/>
            </a:lvl2pPr>
            <a:lvl3pPr indent="-342900" lvl="2" marL="1371600" algn="l">
              <a:lnSpc>
                <a:spcPct val="90000"/>
              </a:lnSpc>
              <a:spcBef>
                <a:spcPts val="375"/>
              </a:spcBef>
              <a:spcAft>
                <a:spcPts val="0"/>
              </a:spcAft>
              <a:buClr>
                <a:srgbClr val="3F3F3F"/>
              </a:buClr>
              <a:buSzPts val="1800"/>
              <a:buChar char="•"/>
              <a:defRPr/>
            </a:lvl3pPr>
            <a:lvl4pPr indent="-342900" lvl="3" marL="1828800" algn="l">
              <a:lnSpc>
                <a:spcPct val="90000"/>
              </a:lnSpc>
              <a:spcBef>
                <a:spcPts val="375"/>
              </a:spcBef>
              <a:spcAft>
                <a:spcPts val="0"/>
              </a:spcAft>
              <a:buClr>
                <a:srgbClr val="3F3F3F"/>
              </a:buClr>
              <a:buSzPts val="1800"/>
              <a:buChar char="•"/>
              <a:defRPr/>
            </a:lvl4pPr>
            <a:lvl5pPr indent="-342900" lvl="4" marL="2286000" algn="l">
              <a:lnSpc>
                <a:spcPct val="90000"/>
              </a:lnSpc>
              <a:spcBef>
                <a:spcPts val="375"/>
              </a:spcBef>
              <a:spcAft>
                <a:spcPts val="0"/>
              </a:spcAft>
              <a:buClr>
                <a:srgbClr val="3F3F3F"/>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0" name="Google Shape;140;p40"/>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40"/>
          <p:cNvSpPr txBox="1"/>
          <p:nvPr>
            <p:ph idx="11" type="ftr"/>
          </p:nvPr>
        </p:nvSpPr>
        <p:spPr>
          <a:xfrm>
            <a:off x="3028950" y="4631177"/>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40"/>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3" name="Shape 143"/>
        <p:cNvGrpSpPr/>
        <p:nvPr/>
      </p:nvGrpSpPr>
      <p:grpSpPr>
        <a:xfrm>
          <a:off x="0" y="0"/>
          <a:ext cx="0" cy="0"/>
          <a:chOff x="0" y="0"/>
          <a:chExt cx="0" cy="0"/>
        </a:xfrm>
      </p:grpSpPr>
      <p:sp>
        <p:nvSpPr>
          <p:cNvPr id="144" name="Google Shape;144;p41"/>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41"/>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41"/>
          <p:cNvSpPr txBox="1"/>
          <p:nvPr>
            <p:ph idx="11" type="ftr"/>
          </p:nvPr>
        </p:nvSpPr>
        <p:spPr>
          <a:xfrm>
            <a:off x="3028950" y="4631177"/>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41"/>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8" name="Shape 148"/>
        <p:cNvGrpSpPr/>
        <p:nvPr/>
      </p:nvGrpSpPr>
      <p:grpSpPr>
        <a:xfrm>
          <a:off x="0" y="0"/>
          <a:ext cx="0" cy="0"/>
          <a:chOff x="0" y="0"/>
          <a:chExt cx="0" cy="0"/>
        </a:xfrm>
      </p:grpSpPr>
      <p:sp>
        <p:nvSpPr>
          <p:cNvPr id="149" name="Google Shape;149;p42"/>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42"/>
          <p:cNvSpPr txBox="1"/>
          <p:nvPr>
            <p:ph idx="11" type="ftr"/>
          </p:nvPr>
        </p:nvSpPr>
        <p:spPr>
          <a:xfrm>
            <a:off x="3028950" y="4631177"/>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42"/>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2" name="Shape 152"/>
        <p:cNvGrpSpPr/>
        <p:nvPr/>
      </p:nvGrpSpPr>
      <p:grpSpPr>
        <a:xfrm>
          <a:off x="0" y="0"/>
          <a:ext cx="0" cy="0"/>
          <a:chOff x="0" y="0"/>
          <a:chExt cx="0" cy="0"/>
        </a:xfrm>
      </p:grpSpPr>
      <p:sp>
        <p:nvSpPr>
          <p:cNvPr id="153" name="Google Shape;153;p43"/>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2"/>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43"/>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rgbClr val="3F3F3F"/>
              </a:buClr>
              <a:buSzPts val="2400"/>
              <a:buChar char="•"/>
              <a:defRPr sz="2400"/>
            </a:lvl1pPr>
            <a:lvl2pPr indent="-361950" lvl="1" marL="914400" algn="l">
              <a:lnSpc>
                <a:spcPct val="90000"/>
              </a:lnSpc>
              <a:spcBef>
                <a:spcPts val="375"/>
              </a:spcBef>
              <a:spcAft>
                <a:spcPts val="0"/>
              </a:spcAft>
              <a:buClr>
                <a:srgbClr val="3F3F3F"/>
              </a:buClr>
              <a:buSzPts val="2100"/>
              <a:buChar char="•"/>
              <a:defRPr sz="2100"/>
            </a:lvl2pPr>
            <a:lvl3pPr indent="-342900" lvl="2" marL="1371600" algn="l">
              <a:lnSpc>
                <a:spcPct val="90000"/>
              </a:lnSpc>
              <a:spcBef>
                <a:spcPts val="375"/>
              </a:spcBef>
              <a:spcAft>
                <a:spcPts val="0"/>
              </a:spcAft>
              <a:buClr>
                <a:srgbClr val="3F3F3F"/>
              </a:buClr>
              <a:buSzPts val="1800"/>
              <a:buChar char="•"/>
              <a:defRPr sz="1800"/>
            </a:lvl3pPr>
            <a:lvl4pPr indent="-323850" lvl="3" marL="1828800" algn="l">
              <a:lnSpc>
                <a:spcPct val="90000"/>
              </a:lnSpc>
              <a:spcBef>
                <a:spcPts val="375"/>
              </a:spcBef>
              <a:spcAft>
                <a:spcPts val="0"/>
              </a:spcAft>
              <a:buClr>
                <a:srgbClr val="3F3F3F"/>
              </a:buClr>
              <a:buSzPts val="1500"/>
              <a:buChar char="•"/>
              <a:defRPr sz="1500"/>
            </a:lvl4pPr>
            <a:lvl5pPr indent="-323850" lvl="4" marL="2286000" algn="l">
              <a:lnSpc>
                <a:spcPct val="90000"/>
              </a:lnSpc>
              <a:spcBef>
                <a:spcPts val="375"/>
              </a:spcBef>
              <a:spcAft>
                <a:spcPts val="0"/>
              </a:spcAft>
              <a:buClr>
                <a:srgbClr val="3F3F3F"/>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55" name="Google Shape;155;p43"/>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3F3F3F"/>
              </a:buClr>
              <a:buSzPts val="1200"/>
              <a:buNone/>
              <a:defRPr sz="1200"/>
            </a:lvl1pPr>
            <a:lvl2pPr indent="-228600" lvl="1" marL="914400" algn="l">
              <a:lnSpc>
                <a:spcPct val="90000"/>
              </a:lnSpc>
              <a:spcBef>
                <a:spcPts val="375"/>
              </a:spcBef>
              <a:spcAft>
                <a:spcPts val="0"/>
              </a:spcAft>
              <a:buClr>
                <a:srgbClr val="3F3F3F"/>
              </a:buClr>
              <a:buSzPts val="1050"/>
              <a:buNone/>
              <a:defRPr sz="1050"/>
            </a:lvl2pPr>
            <a:lvl3pPr indent="-228600" lvl="2" marL="1371600" algn="l">
              <a:lnSpc>
                <a:spcPct val="90000"/>
              </a:lnSpc>
              <a:spcBef>
                <a:spcPts val="375"/>
              </a:spcBef>
              <a:spcAft>
                <a:spcPts val="0"/>
              </a:spcAft>
              <a:buClr>
                <a:srgbClr val="3F3F3F"/>
              </a:buClr>
              <a:buSzPts val="900"/>
              <a:buNone/>
              <a:defRPr sz="900"/>
            </a:lvl3pPr>
            <a:lvl4pPr indent="-228600" lvl="3" marL="1828800" algn="l">
              <a:lnSpc>
                <a:spcPct val="90000"/>
              </a:lnSpc>
              <a:spcBef>
                <a:spcPts val="375"/>
              </a:spcBef>
              <a:spcAft>
                <a:spcPts val="0"/>
              </a:spcAft>
              <a:buClr>
                <a:srgbClr val="3F3F3F"/>
              </a:buClr>
              <a:buSzPts val="750"/>
              <a:buNone/>
              <a:defRPr sz="750"/>
            </a:lvl4pPr>
            <a:lvl5pPr indent="-228600" lvl="4" marL="2286000" algn="l">
              <a:lnSpc>
                <a:spcPct val="90000"/>
              </a:lnSpc>
              <a:spcBef>
                <a:spcPts val="375"/>
              </a:spcBef>
              <a:spcAft>
                <a:spcPts val="0"/>
              </a:spcAft>
              <a:buClr>
                <a:srgbClr val="3F3F3F"/>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56" name="Google Shape;156;p43"/>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43"/>
          <p:cNvSpPr txBox="1"/>
          <p:nvPr>
            <p:ph idx="11" type="ftr"/>
          </p:nvPr>
        </p:nvSpPr>
        <p:spPr>
          <a:xfrm>
            <a:off x="3028950" y="4631177"/>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43"/>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9" name="Shape 159"/>
        <p:cNvGrpSpPr/>
        <p:nvPr/>
      </p:nvGrpSpPr>
      <p:grpSpPr>
        <a:xfrm>
          <a:off x="0" y="0"/>
          <a:ext cx="0" cy="0"/>
          <a:chOff x="0" y="0"/>
          <a:chExt cx="0" cy="0"/>
        </a:xfrm>
      </p:grpSpPr>
      <p:sp>
        <p:nvSpPr>
          <p:cNvPr id="160" name="Google Shape;160;p44"/>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2"/>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44"/>
          <p:cNvSpPr/>
          <p:nvPr>
            <p:ph idx="2" type="pic"/>
          </p:nvPr>
        </p:nvSpPr>
        <p:spPr>
          <a:xfrm>
            <a:off x="3887391" y="740569"/>
            <a:ext cx="4629150" cy="3655219"/>
          </a:xfrm>
          <a:prstGeom prst="rect">
            <a:avLst/>
          </a:prstGeom>
          <a:noFill/>
          <a:ln>
            <a:noFill/>
          </a:ln>
        </p:spPr>
      </p:sp>
      <p:sp>
        <p:nvSpPr>
          <p:cNvPr id="162" name="Google Shape;162;p44"/>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3F3F3F"/>
              </a:buClr>
              <a:buSzPts val="1200"/>
              <a:buNone/>
              <a:defRPr sz="1200"/>
            </a:lvl1pPr>
            <a:lvl2pPr indent="-228600" lvl="1" marL="914400" algn="l">
              <a:lnSpc>
                <a:spcPct val="90000"/>
              </a:lnSpc>
              <a:spcBef>
                <a:spcPts val="375"/>
              </a:spcBef>
              <a:spcAft>
                <a:spcPts val="0"/>
              </a:spcAft>
              <a:buClr>
                <a:srgbClr val="3F3F3F"/>
              </a:buClr>
              <a:buSzPts val="1050"/>
              <a:buNone/>
              <a:defRPr sz="1050"/>
            </a:lvl2pPr>
            <a:lvl3pPr indent="-228600" lvl="2" marL="1371600" algn="l">
              <a:lnSpc>
                <a:spcPct val="90000"/>
              </a:lnSpc>
              <a:spcBef>
                <a:spcPts val="375"/>
              </a:spcBef>
              <a:spcAft>
                <a:spcPts val="0"/>
              </a:spcAft>
              <a:buClr>
                <a:srgbClr val="3F3F3F"/>
              </a:buClr>
              <a:buSzPts val="900"/>
              <a:buNone/>
              <a:defRPr sz="900"/>
            </a:lvl3pPr>
            <a:lvl4pPr indent="-228600" lvl="3" marL="1828800" algn="l">
              <a:lnSpc>
                <a:spcPct val="90000"/>
              </a:lnSpc>
              <a:spcBef>
                <a:spcPts val="375"/>
              </a:spcBef>
              <a:spcAft>
                <a:spcPts val="0"/>
              </a:spcAft>
              <a:buClr>
                <a:srgbClr val="3F3F3F"/>
              </a:buClr>
              <a:buSzPts val="750"/>
              <a:buNone/>
              <a:defRPr sz="750"/>
            </a:lvl4pPr>
            <a:lvl5pPr indent="-228600" lvl="4" marL="2286000" algn="l">
              <a:lnSpc>
                <a:spcPct val="90000"/>
              </a:lnSpc>
              <a:spcBef>
                <a:spcPts val="375"/>
              </a:spcBef>
              <a:spcAft>
                <a:spcPts val="0"/>
              </a:spcAft>
              <a:buClr>
                <a:srgbClr val="3F3F3F"/>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63" name="Google Shape;163;p44"/>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44"/>
          <p:cNvSpPr txBox="1"/>
          <p:nvPr>
            <p:ph idx="11" type="ftr"/>
          </p:nvPr>
        </p:nvSpPr>
        <p:spPr>
          <a:xfrm>
            <a:off x="3028950" y="4631177"/>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44"/>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ntent">
  <p:cSld name="Six Content">
    <p:spTree>
      <p:nvGrpSpPr>
        <p:cNvPr id="166" name="Shape 166"/>
        <p:cNvGrpSpPr/>
        <p:nvPr/>
      </p:nvGrpSpPr>
      <p:grpSpPr>
        <a:xfrm>
          <a:off x="0" y="0"/>
          <a:ext cx="0" cy="0"/>
          <a:chOff x="0" y="0"/>
          <a:chExt cx="0" cy="0"/>
        </a:xfrm>
      </p:grpSpPr>
      <p:sp>
        <p:nvSpPr>
          <p:cNvPr id="167" name="Google Shape;167;p45"/>
          <p:cNvSpPr/>
          <p:nvPr>
            <p:ph idx="2" type="pic"/>
          </p:nvPr>
        </p:nvSpPr>
        <p:spPr>
          <a:xfrm>
            <a:off x="0" y="0"/>
            <a:ext cx="9144000" cy="5143500"/>
          </a:xfrm>
          <a:prstGeom prst="rect">
            <a:avLst/>
          </a:prstGeom>
          <a:noFill/>
          <a:ln>
            <a:noFill/>
          </a:ln>
        </p:spPr>
      </p:sp>
      <p:sp>
        <p:nvSpPr>
          <p:cNvPr id="168" name="Google Shape;168;p45"/>
          <p:cNvSpPr txBox="1"/>
          <p:nvPr>
            <p:ph idx="1" type="body"/>
          </p:nvPr>
        </p:nvSpPr>
        <p:spPr>
          <a:xfrm>
            <a:off x="6397726" y="1268017"/>
            <a:ext cx="2361724" cy="1441829"/>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3F3F3F"/>
              </a:buClr>
              <a:buSzPts val="1200"/>
              <a:buNone/>
              <a:defRPr/>
            </a:lvl1pPr>
            <a:lvl2pPr indent="-228600" lvl="1" marL="914400" algn="l">
              <a:lnSpc>
                <a:spcPct val="90000"/>
              </a:lnSpc>
              <a:spcBef>
                <a:spcPts val="375"/>
              </a:spcBef>
              <a:spcAft>
                <a:spcPts val="0"/>
              </a:spcAft>
              <a:buClr>
                <a:srgbClr val="3F3F3F"/>
              </a:buClr>
              <a:buSzPts val="1200"/>
              <a:buNone/>
              <a:defRPr/>
            </a:lvl2pPr>
            <a:lvl3pPr indent="-228600" lvl="2" marL="1371600" algn="l">
              <a:lnSpc>
                <a:spcPct val="90000"/>
              </a:lnSpc>
              <a:spcBef>
                <a:spcPts val="375"/>
              </a:spcBef>
              <a:spcAft>
                <a:spcPts val="0"/>
              </a:spcAft>
              <a:buClr>
                <a:srgbClr val="3F3F3F"/>
              </a:buClr>
              <a:buSzPts val="1200"/>
              <a:buNone/>
              <a:defRPr/>
            </a:lvl3pPr>
            <a:lvl4pPr indent="-228600" lvl="3" marL="1828800" algn="l">
              <a:lnSpc>
                <a:spcPct val="90000"/>
              </a:lnSpc>
              <a:spcBef>
                <a:spcPts val="375"/>
              </a:spcBef>
              <a:spcAft>
                <a:spcPts val="0"/>
              </a:spcAft>
              <a:buClr>
                <a:srgbClr val="3F3F3F"/>
              </a:buClr>
              <a:buSzPts val="1200"/>
              <a:buNone/>
              <a:defRPr/>
            </a:lvl4pPr>
            <a:lvl5pPr indent="-228600" lvl="4" marL="2286000" algn="l">
              <a:lnSpc>
                <a:spcPct val="90000"/>
              </a:lnSpc>
              <a:spcBef>
                <a:spcPts val="375"/>
              </a:spcBef>
              <a:spcAft>
                <a:spcPts val="0"/>
              </a:spcAft>
              <a:buClr>
                <a:srgbClr val="3F3F3F"/>
              </a:buClr>
              <a:buSzPts val="12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69" name="Google Shape;169;p45"/>
          <p:cNvSpPr txBox="1"/>
          <p:nvPr>
            <p:ph idx="3" type="body"/>
          </p:nvPr>
        </p:nvSpPr>
        <p:spPr>
          <a:xfrm>
            <a:off x="3666517" y="1277119"/>
            <a:ext cx="2361724" cy="1441829"/>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3F3F3F"/>
              </a:buClr>
              <a:buSzPts val="1200"/>
              <a:buNone/>
              <a:defRPr/>
            </a:lvl1pPr>
            <a:lvl2pPr indent="-228600" lvl="1" marL="914400" algn="l">
              <a:lnSpc>
                <a:spcPct val="90000"/>
              </a:lnSpc>
              <a:spcBef>
                <a:spcPts val="375"/>
              </a:spcBef>
              <a:spcAft>
                <a:spcPts val="0"/>
              </a:spcAft>
              <a:buClr>
                <a:srgbClr val="3F3F3F"/>
              </a:buClr>
              <a:buSzPts val="1200"/>
              <a:buNone/>
              <a:defRPr/>
            </a:lvl2pPr>
            <a:lvl3pPr indent="-228600" lvl="2" marL="1371600" algn="l">
              <a:lnSpc>
                <a:spcPct val="90000"/>
              </a:lnSpc>
              <a:spcBef>
                <a:spcPts val="375"/>
              </a:spcBef>
              <a:spcAft>
                <a:spcPts val="0"/>
              </a:spcAft>
              <a:buClr>
                <a:srgbClr val="3F3F3F"/>
              </a:buClr>
              <a:buSzPts val="1200"/>
              <a:buNone/>
              <a:defRPr/>
            </a:lvl3pPr>
            <a:lvl4pPr indent="-228600" lvl="3" marL="1828800" algn="l">
              <a:lnSpc>
                <a:spcPct val="90000"/>
              </a:lnSpc>
              <a:spcBef>
                <a:spcPts val="375"/>
              </a:spcBef>
              <a:spcAft>
                <a:spcPts val="0"/>
              </a:spcAft>
              <a:buClr>
                <a:srgbClr val="3F3F3F"/>
              </a:buClr>
              <a:buSzPts val="1200"/>
              <a:buNone/>
              <a:defRPr/>
            </a:lvl4pPr>
            <a:lvl5pPr indent="-228600" lvl="4" marL="2286000" algn="l">
              <a:lnSpc>
                <a:spcPct val="90000"/>
              </a:lnSpc>
              <a:spcBef>
                <a:spcPts val="375"/>
              </a:spcBef>
              <a:spcAft>
                <a:spcPts val="0"/>
              </a:spcAft>
              <a:buClr>
                <a:srgbClr val="3F3F3F"/>
              </a:buClr>
              <a:buSzPts val="12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0" name="Google Shape;170;p45"/>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Gill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 name="Google Shape;171;p45"/>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172" name="Google Shape;172;p45"/>
          <p:cNvSpPr txBox="1"/>
          <p:nvPr>
            <p:ph idx="4" type="body"/>
          </p:nvPr>
        </p:nvSpPr>
        <p:spPr>
          <a:xfrm>
            <a:off x="1002807" y="1277119"/>
            <a:ext cx="2361724" cy="1441829"/>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3F3F3F"/>
              </a:buClr>
              <a:buSzPts val="1200"/>
              <a:buNone/>
              <a:defRPr/>
            </a:lvl1pPr>
            <a:lvl2pPr indent="-228600" lvl="1" marL="914400" algn="l">
              <a:lnSpc>
                <a:spcPct val="90000"/>
              </a:lnSpc>
              <a:spcBef>
                <a:spcPts val="375"/>
              </a:spcBef>
              <a:spcAft>
                <a:spcPts val="0"/>
              </a:spcAft>
              <a:buClr>
                <a:srgbClr val="3F3F3F"/>
              </a:buClr>
              <a:buSzPts val="1200"/>
              <a:buNone/>
              <a:defRPr/>
            </a:lvl2pPr>
            <a:lvl3pPr indent="-228600" lvl="2" marL="1371600" algn="l">
              <a:lnSpc>
                <a:spcPct val="90000"/>
              </a:lnSpc>
              <a:spcBef>
                <a:spcPts val="375"/>
              </a:spcBef>
              <a:spcAft>
                <a:spcPts val="0"/>
              </a:spcAft>
              <a:buClr>
                <a:srgbClr val="3F3F3F"/>
              </a:buClr>
              <a:buSzPts val="1200"/>
              <a:buNone/>
              <a:defRPr/>
            </a:lvl3pPr>
            <a:lvl4pPr indent="-228600" lvl="3" marL="1828800" algn="l">
              <a:lnSpc>
                <a:spcPct val="90000"/>
              </a:lnSpc>
              <a:spcBef>
                <a:spcPts val="375"/>
              </a:spcBef>
              <a:spcAft>
                <a:spcPts val="0"/>
              </a:spcAft>
              <a:buClr>
                <a:srgbClr val="3F3F3F"/>
              </a:buClr>
              <a:buSzPts val="1200"/>
              <a:buNone/>
              <a:defRPr/>
            </a:lvl4pPr>
            <a:lvl5pPr indent="-228600" lvl="4" marL="2286000" algn="l">
              <a:lnSpc>
                <a:spcPct val="90000"/>
              </a:lnSpc>
              <a:spcBef>
                <a:spcPts val="375"/>
              </a:spcBef>
              <a:spcAft>
                <a:spcPts val="0"/>
              </a:spcAft>
              <a:buClr>
                <a:srgbClr val="3F3F3F"/>
              </a:buClr>
              <a:buSzPts val="12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3" name="Google Shape;173;p45"/>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45"/>
          <p:cNvSpPr txBox="1"/>
          <p:nvPr>
            <p:ph idx="11" type="ftr"/>
          </p:nvPr>
        </p:nvSpPr>
        <p:spPr>
          <a:xfrm>
            <a:off x="3028950" y="4631177"/>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45"/>
          <p:cNvSpPr txBox="1"/>
          <p:nvPr>
            <p:ph idx="5" type="body"/>
          </p:nvPr>
        </p:nvSpPr>
        <p:spPr>
          <a:xfrm>
            <a:off x="6397726" y="2887092"/>
            <a:ext cx="2361724" cy="1441829"/>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3F3F3F"/>
              </a:buClr>
              <a:buSzPts val="1200"/>
              <a:buNone/>
              <a:defRPr/>
            </a:lvl1pPr>
            <a:lvl2pPr indent="-228600" lvl="1" marL="914400" algn="l">
              <a:lnSpc>
                <a:spcPct val="90000"/>
              </a:lnSpc>
              <a:spcBef>
                <a:spcPts val="375"/>
              </a:spcBef>
              <a:spcAft>
                <a:spcPts val="0"/>
              </a:spcAft>
              <a:buClr>
                <a:srgbClr val="3F3F3F"/>
              </a:buClr>
              <a:buSzPts val="1200"/>
              <a:buNone/>
              <a:defRPr/>
            </a:lvl2pPr>
            <a:lvl3pPr indent="-228600" lvl="2" marL="1371600" algn="l">
              <a:lnSpc>
                <a:spcPct val="90000"/>
              </a:lnSpc>
              <a:spcBef>
                <a:spcPts val="375"/>
              </a:spcBef>
              <a:spcAft>
                <a:spcPts val="0"/>
              </a:spcAft>
              <a:buClr>
                <a:srgbClr val="3F3F3F"/>
              </a:buClr>
              <a:buSzPts val="1200"/>
              <a:buNone/>
              <a:defRPr/>
            </a:lvl3pPr>
            <a:lvl4pPr indent="-228600" lvl="3" marL="1828800" algn="l">
              <a:lnSpc>
                <a:spcPct val="90000"/>
              </a:lnSpc>
              <a:spcBef>
                <a:spcPts val="375"/>
              </a:spcBef>
              <a:spcAft>
                <a:spcPts val="0"/>
              </a:spcAft>
              <a:buClr>
                <a:srgbClr val="3F3F3F"/>
              </a:buClr>
              <a:buSzPts val="1200"/>
              <a:buNone/>
              <a:defRPr/>
            </a:lvl4pPr>
            <a:lvl5pPr indent="-228600" lvl="4" marL="2286000" algn="l">
              <a:lnSpc>
                <a:spcPct val="90000"/>
              </a:lnSpc>
              <a:spcBef>
                <a:spcPts val="375"/>
              </a:spcBef>
              <a:spcAft>
                <a:spcPts val="0"/>
              </a:spcAft>
              <a:buClr>
                <a:srgbClr val="3F3F3F"/>
              </a:buClr>
              <a:buSzPts val="12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6" name="Google Shape;176;p45"/>
          <p:cNvSpPr txBox="1"/>
          <p:nvPr>
            <p:ph idx="6" type="body"/>
          </p:nvPr>
        </p:nvSpPr>
        <p:spPr>
          <a:xfrm>
            <a:off x="3666517" y="2887092"/>
            <a:ext cx="2361724" cy="1441829"/>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3F3F3F"/>
              </a:buClr>
              <a:buSzPts val="1200"/>
              <a:buNone/>
              <a:defRPr/>
            </a:lvl1pPr>
            <a:lvl2pPr indent="-228600" lvl="1" marL="914400" algn="l">
              <a:lnSpc>
                <a:spcPct val="90000"/>
              </a:lnSpc>
              <a:spcBef>
                <a:spcPts val="375"/>
              </a:spcBef>
              <a:spcAft>
                <a:spcPts val="0"/>
              </a:spcAft>
              <a:buClr>
                <a:srgbClr val="3F3F3F"/>
              </a:buClr>
              <a:buSzPts val="1200"/>
              <a:buNone/>
              <a:defRPr/>
            </a:lvl2pPr>
            <a:lvl3pPr indent="-228600" lvl="2" marL="1371600" algn="l">
              <a:lnSpc>
                <a:spcPct val="90000"/>
              </a:lnSpc>
              <a:spcBef>
                <a:spcPts val="375"/>
              </a:spcBef>
              <a:spcAft>
                <a:spcPts val="0"/>
              </a:spcAft>
              <a:buClr>
                <a:srgbClr val="3F3F3F"/>
              </a:buClr>
              <a:buSzPts val="1200"/>
              <a:buNone/>
              <a:defRPr/>
            </a:lvl3pPr>
            <a:lvl4pPr indent="-228600" lvl="3" marL="1828800" algn="l">
              <a:lnSpc>
                <a:spcPct val="90000"/>
              </a:lnSpc>
              <a:spcBef>
                <a:spcPts val="375"/>
              </a:spcBef>
              <a:spcAft>
                <a:spcPts val="0"/>
              </a:spcAft>
              <a:buClr>
                <a:srgbClr val="3F3F3F"/>
              </a:buClr>
              <a:buSzPts val="1200"/>
              <a:buNone/>
              <a:defRPr/>
            </a:lvl4pPr>
            <a:lvl5pPr indent="-228600" lvl="4" marL="2286000" algn="l">
              <a:lnSpc>
                <a:spcPct val="90000"/>
              </a:lnSpc>
              <a:spcBef>
                <a:spcPts val="375"/>
              </a:spcBef>
              <a:spcAft>
                <a:spcPts val="0"/>
              </a:spcAft>
              <a:buClr>
                <a:srgbClr val="3F3F3F"/>
              </a:buClr>
              <a:buSzPts val="12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7" name="Google Shape;177;p45"/>
          <p:cNvSpPr txBox="1"/>
          <p:nvPr>
            <p:ph idx="7" type="body"/>
          </p:nvPr>
        </p:nvSpPr>
        <p:spPr>
          <a:xfrm>
            <a:off x="1002807" y="2887092"/>
            <a:ext cx="2361724" cy="1441829"/>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3F3F3F"/>
              </a:buClr>
              <a:buSzPts val="1200"/>
              <a:buNone/>
              <a:defRPr/>
            </a:lvl1pPr>
            <a:lvl2pPr indent="-228600" lvl="1" marL="914400" algn="l">
              <a:lnSpc>
                <a:spcPct val="90000"/>
              </a:lnSpc>
              <a:spcBef>
                <a:spcPts val="375"/>
              </a:spcBef>
              <a:spcAft>
                <a:spcPts val="0"/>
              </a:spcAft>
              <a:buClr>
                <a:srgbClr val="3F3F3F"/>
              </a:buClr>
              <a:buSzPts val="1200"/>
              <a:buNone/>
              <a:defRPr/>
            </a:lvl2pPr>
            <a:lvl3pPr indent="-228600" lvl="2" marL="1371600" algn="l">
              <a:lnSpc>
                <a:spcPct val="90000"/>
              </a:lnSpc>
              <a:spcBef>
                <a:spcPts val="375"/>
              </a:spcBef>
              <a:spcAft>
                <a:spcPts val="0"/>
              </a:spcAft>
              <a:buClr>
                <a:srgbClr val="3F3F3F"/>
              </a:buClr>
              <a:buSzPts val="1200"/>
              <a:buNone/>
              <a:defRPr/>
            </a:lvl3pPr>
            <a:lvl4pPr indent="-228600" lvl="3" marL="1828800" algn="l">
              <a:lnSpc>
                <a:spcPct val="90000"/>
              </a:lnSpc>
              <a:spcBef>
                <a:spcPts val="375"/>
              </a:spcBef>
              <a:spcAft>
                <a:spcPts val="0"/>
              </a:spcAft>
              <a:buClr>
                <a:srgbClr val="3F3F3F"/>
              </a:buClr>
              <a:buSzPts val="1200"/>
              <a:buNone/>
              <a:defRPr/>
            </a:lvl4pPr>
            <a:lvl5pPr indent="-228600" lvl="4" marL="2286000" algn="l">
              <a:lnSpc>
                <a:spcPct val="90000"/>
              </a:lnSpc>
              <a:spcBef>
                <a:spcPts val="375"/>
              </a:spcBef>
              <a:spcAft>
                <a:spcPts val="0"/>
              </a:spcAft>
              <a:buClr>
                <a:srgbClr val="3F3F3F"/>
              </a:buClr>
              <a:buSzPts val="12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8" name="Google Shape;178;p45"/>
          <p:cNvSpPr/>
          <p:nvPr>
            <p:ph idx="8" type="pic"/>
          </p:nvPr>
        </p:nvSpPr>
        <p:spPr>
          <a:xfrm>
            <a:off x="710726" y="1259682"/>
            <a:ext cx="282178" cy="282178"/>
          </a:xfrm>
          <a:prstGeom prst="rect">
            <a:avLst/>
          </a:prstGeom>
          <a:noFill/>
          <a:ln>
            <a:noFill/>
          </a:ln>
        </p:spPr>
      </p:sp>
      <p:sp>
        <p:nvSpPr>
          <p:cNvPr id="179" name="Google Shape;179;p45"/>
          <p:cNvSpPr/>
          <p:nvPr>
            <p:ph idx="9" type="pic"/>
          </p:nvPr>
        </p:nvSpPr>
        <p:spPr>
          <a:xfrm>
            <a:off x="3374435" y="1259682"/>
            <a:ext cx="282178" cy="282178"/>
          </a:xfrm>
          <a:prstGeom prst="rect">
            <a:avLst/>
          </a:prstGeom>
          <a:noFill/>
          <a:ln>
            <a:noFill/>
          </a:ln>
        </p:spPr>
      </p:sp>
      <p:sp>
        <p:nvSpPr>
          <p:cNvPr id="180" name="Google Shape;180;p45"/>
          <p:cNvSpPr/>
          <p:nvPr>
            <p:ph idx="13" type="pic"/>
          </p:nvPr>
        </p:nvSpPr>
        <p:spPr>
          <a:xfrm>
            <a:off x="6094712" y="1259682"/>
            <a:ext cx="282178" cy="282178"/>
          </a:xfrm>
          <a:prstGeom prst="rect">
            <a:avLst/>
          </a:prstGeom>
          <a:noFill/>
          <a:ln>
            <a:noFill/>
          </a:ln>
        </p:spPr>
      </p:sp>
      <p:sp>
        <p:nvSpPr>
          <p:cNvPr id="181" name="Google Shape;181;p45"/>
          <p:cNvSpPr/>
          <p:nvPr>
            <p:ph idx="14" type="pic"/>
          </p:nvPr>
        </p:nvSpPr>
        <p:spPr>
          <a:xfrm>
            <a:off x="710726" y="2844060"/>
            <a:ext cx="282178" cy="282178"/>
          </a:xfrm>
          <a:prstGeom prst="rect">
            <a:avLst/>
          </a:prstGeom>
          <a:noFill/>
          <a:ln>
            <a:noFill/>
          </a:ln>
        </p:spPr>
      </p:sp>
      <p:sp>
        <p:nvSpPr>
          <p:cNvPr id="182" name="Google Shape;182;p45"/>
          <p:cNvSpPr/>
          <p:nvPr>
            <p:ph idx="15" type="pic"/>
          </p:nvPr>
        </p:nvSpPr>
        <p:spPr>
          <a:xfrm>
            <a:off x="3374435" y="2844060"/>
            <a:ext cx="282178" cy="282178"/>
          </a:xfrm>
          <a:prstGeom prst="rect">
            <a:avLst/>
          </a:prstGeom>
          <a:noFill/>
          <a:ln>
            <a:noFill/>
          </a:ln>
        </p:spPr>
      </p:sp>
      <p:sp>
        <p:nvSpPr>
          <p:cNvPr id="183" name="Google Shape;183;p45"/>
          <p:cNvSpPr/>
          <p:nvPr>
            <p:ph idx="16" type="pic"/>
          </p:nvPr>
        </p:nvSpPr>
        <p:spPr>
          <a:xfrm>
            <a:off x="6094712" y="2844060"/>
            <a:ext cx="282178" cy="282178"/>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with picture">
  <p:cSld name="Comparison with picture">
    <p:spTree>
      <p:nvGrpSpPr>
        <p:cNvPr id="184" name="Shape 184"/>
        <p:cNvGrpSpPr/>
        <p:nvPr/>
      </p:nvGrpSpPr>
      <p:grpSpPr>
        <a:xfrm>
          <a:off x="0" y="0"/>
          <a:ext cx="0" cy="0"/>
          <a:chOff x="0" y="0"/>
          <a:chExt cx="0" cy="0"/>
        </a:xfrm>
      </p:grpSpPr>
      <p:sp>
        <p:nvSpPr>
          <p:cNvPr id="185" name="Google Shape;185;p46"/>
          <p:cNvSpPr/>
          <p:nvPr/>
        </p:nvSpPr>
        <p:spPr>
          <a:xfrm>
            <a:off x="1800" y="1499866"/>
            <a:ext cx="9142200" cy="836676"/>
          </a:xfrm>
          <a:custGeom>
            <a:rect b="b" l="l" r="r" t="t"/>
            <a:pathLst>
              <a:path extrusionOk="0" h="6858000" w="12189460">
                <a:moveTo>
                  <a:pt x="0" y="6858000"/>
                </a:moveTo>
                <a:lnTo>
                  <a:pt x="12188952" y="6858000"/>
                </a:lnTo>
                <a:lnTo>
                  <a:pt x="12188952" y="0"/>
                </a:lnTo>
                <a:lnTo>
                  <a:pt x="0" y="0"/>
                </a:lnTo>
                <a:lnTo>
                  <a:pt x="0" y="6858000"/>
                </a:lnTo>
                <a:close/>
              </a:path>
            </a:pathLst>
          </a:custGeom>
          <a:solidFill>
            <a:schemeClr val="accent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186" name="Google Shape;186;p46"/>
          <p:cNvSpPr/>
          <p:nvPr>
            <p:ph idx="2" type="pic"/>
          </p:nvPr>
        </p:nvSpPr>
        <p:spPr>
          <a:xfrm>
            <a:off x="0" y="2336542"/>
            <a:ext cx="9141619" cy="2806958"/>
          </a:xfrm>
          <a:prstGeom prst="rect">
            <a:avLst/>
          </a:prstGeom>
          <a:noFill/>
          <a:ln>
            <a:noFill/>
          </a:ln>
        </p:spPr>
      </p:sp>
      <p:sp>
        <p:nvSpPr>
          <p:cNvPr id="187" name="Google Shape;187;p46"/>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8" name="Google Shape;188;p46"/>
          <p:cNvSpPr txBox="1"/>
          <p:nvPr>
            <p:ph idx="1" type="body"/>
          </p:nvPr>
        </p:nvSpPr>
        <p:spPr>
          <a:xfrm>
            <a:off x="629842" y="14894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lt1"/>
              </a:buClr>
              <a:buSzPts val="1800"/>
              <a:buNone/>
              <a:defRPr b="1" sz="1800">
                <a:solidFill>
                  <a:schemeClr val="lt1"/>
                </a:solidFill>
              </a:defRPr>
            </a:lvl1pPr>
            <a:lvl2pPr indent="-228600" lvl="1" marL="914400" algn="l">
              <a:lnSpc>
                <a:spcPct val="90000"/>
              </a:lnSpc>
              <a:spcBef>
                <a:spcPts val="375"/>
              </a:spcBef>
              <a:spcAft>
                <a:spcPts val="0"/>
              </a:spcAft>
              <a:buClr>
                <a:srgbClr val="3F3F3F"/>
              </a:buClr>
              <a:buSzPts val="1500"/>
              <a:buNone/>
              <a:defRPr b="1" sz="1500"/>
            </a:lvl2pPr>
            <a:lvl3pPr indent="-228600" lvl="2" marL="1371600" algn="l">
              <a:lnSpc>
                <a:spcPct val="90000"/>
              </a:lnSpc>
              <a:spcBef>
                <a:spcPts val="375"/>
              </a:spcBef>
              <a:spcAft>
                <a:spcPts val="0"/>
              </a:spcAft>
              <a:buClr>
                <a:srgbClr val="3F3F3F"/>
              </a:buClr>
              <a:buSzPts val="1350"/>
              <a:buNone/>
              <a:defRPr b="1" sz="1350"/>
            </a:lvl3pPr>
            <a:lvl4pPr indent="-228600" lvl="3" marL="1828800" algn="l">
              <a:lnSpc>
                <a:spcPct val="90000"/>
              </a:lnSpc>
              <a:spcBef>
                <a:spcPts val="375"/>
              </a:spcBef>
              <a:spcAft>
                <a:spcPts val="0"/>
              </a:spcAft>
              <a:buClr>
                <a:srgbClr val="3F3F3F"/>
              </a:buClr>
              <a:buSzPts val="1200"/>
              <a:buNone/>
              <a:defRPr b="1" sz="1200"/>
            </a:lvl4pPr>
            <a:lvl5pPr indent="-228600" lvl="4" marL="2286000" algn="l">
              <a:lnSpc>
                <a:spcPct val="90000"/>
              </a:lnSpc>
              <a:spcBef>
                <a:spcPts val="375"/>
              </a:spcBef>
              <a:spcAft>
                <a:spcPts val="0"/>
              </a:spcAft>
              <a:buClr>
                <a:srgbClr val="3F3F3F"/>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89" name="Google Shape;189;p46"/>
          <p:cNvSpPr txBox="1"/>
          <p:nvPr>
            <p:ph idx="3" type="body"/>
          </p:nvPr>
        </p:nvSpPr>
        <p:spPr>
          <a:xfrm>
            <a:off x="629842" y="2575535"/>
            <a:ext cx="3868340" cy="20667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rgbClr val="3F3F3F"/>
              </a:buClr>
              <a:buSzPts val="1800"/>
              <a:buChar char="•"/>
              <a:defRPr/>
            </a:lvl1pPr>
            <a:lvl2pPr indent="-342900" lvl="1" marL="914400" algn="l">
              <a:lnSpc>
                <a:spcPct val="90000"/>
              </a:lnSpc>
              <a:spcBef>
                <a:spcPts val="375"/>
              </a:spcBef>
              <a:spcAft>
                <a:spcPts val="0"/>
              </a:spcAft>
              <a:buClr>
                <a:srgbClr val="3F3F3F"/>
              </a:buClr>
              <a:buSzPts val="1800"/>
              <a:buChar char="•"/>
              <a:defRPr/>
            </a:lvl2pPr>
            <a:lvl3pPr indent="-342900" lvl="2" marL="1371600" algn="l">
              <a:lnSpc>
                <a:spcPct val="90000"/>
              </a:lnSpc>
              <a:spcBef>
                <a:spcPts val="375"/>
              </a:spcBef>
              <a:spcAft>
                <a:spcPts val="0"/>
              </a:spcAft>
              <a:buClr>
                <a:srgbClr val="3F3F3F"/>
              </a:buClr>
              <a:buSzPts val="1800"/>
              <a:buChar char="•"/>
              <a:defRPr/>
            </a:lvl3pPr>
            <a:lvl4pPr indent="-342900" lvl="3" marL="1828800" algn="l">
              <a:lnSpc>
                <a:spcPct val="90000"/>
              </a:lnSpc>
              <a:spcBef>
                <a:spcPts val="375"/>
              </a:spcBef>
              <a:spcAft>
                <a:spcPts val="0"/>
              </a:spcAft>
              <a:buClr>
                <a:srgbClr val="3F3F3F"/>
              </a:buClr>
              <a:buSzPts val="1800"/>
              <a:buChar char="•"/>
              <a:defRPr/>
            </a:lvl4pPr>
            <a:lvl5pPr indent="-342900" lvl="4" marL="2286000" algn="l">
              <a:lnSpc>
                <a:spcPct val="90000"/>
              </a:lnSpc>
              <a:spcBef>
                <a:spcPts val="375"/>
              </a:spcBef>
              <a:spcAft>
                <a:spcPts val="0"/>
              </a:spcAft>
              <a:buClr>
                <a:srgbClr val="3F3F3F"/>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0" name="Google Shape;190;p46"/>
          <p:cNvSpPr txBox="1"/>
          <p:nvPr>
            <p:ph idx="4" type="body"/>
          </p:nvPr>
        </p:nvSpPr>
        <p:spPr>
          <a:xfrm>
            <a:off x="4629150" y="14894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lt1"/>
              </a:buClr>
              <a:buSzPts val="1800"/>
              <a:buNone/>
              <a:defRPr b="1" sz="1800">
                <a:solidFill>
                  <a:schemeClr val="lt1"/>
                </a:solidFill>
              </a:defRPr>
            </a:lvl1pPr>
            <a:lvl2pPr indent="-228600" lvl="1" marL="914400" algn="l">
              <a:lnSpc>
                <a:spcPct val="90000"/>
              </a:lnSpc>
              <a:spcBef>
                <a:spcPts val="375"/>
              </a:spcBef>
              <a:spcAft>
                <a:spcPts val="0"/>
              </a:spcAft>
              <a:buClr>
                <a:srgbClr val="3F3F3F"/>
              </a:buClr>
              <a:buSzPts val="1500"/>
              <a:buNone/>
              <a:defRPr b="1" sz="1500"/>
            </a:lvl2pPr>
            <a:lvl3pPr indent="-228600" lvl="2" marL="1371600" algn="l">
              <a:lnSpc>
                <a:spcPct val="90000"/>
              </a:lnSpc>
              <a:spcBef>
                <a:spcPts val="375"/>
              </a:spcBef>
              <a:spcAft>
                <a:spcPts val="0"/>
              </a:spcAft>
              <a:buClr>
                <a:srgbClr val="3F3F3F"/>
              </a:buClr>
              <a:buSzPts val="1350"/>
              <a:buNone/>
              <a:defRPr b="1" sz="1350"/>
            </a:lvl3pPr>
            <a:lvl4pPr indent="-228600" lvl="3" marL="1828800" algn="l">
              <a:lnSpc>
                <a:spcPct val="90000"/>
              </a:lnSpc>
              <a:spcBef>
                <a:spcPts val="375"/>
              </a:spcBef>
              <a:spcAft>
                <a:spcPts val="0"/>
              </a:spcAft>
              <a:buClr>
                <a:srgbClr val="3F3F3F"/>
              </a:buClr>
              <a:buSzPts val="1200"/>
              <a:buNone/>
              <a:defRPr b="1" sz="1200"/>
            </a:lvl4pPr>
            <a:lvl5pPr indent="-228600" lvl="4" marL="2286000" algn="l">
              <a:lnSpc>
                <a:spcPct val="90000"/>
              </a:lnSpc>
              <a:spcBef>
                <a:spcPts val="375"/>
              </a:spcBef>
              <a:spcAft>
                <a:spcPts val="0"/>
              </a:spcAft>
              <a:buClr>
                <a:srgbClr val="3F3F3F"/>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91" name="Google Shape;191;p46"/>
          <p:cNvSpPr txBox="1"/>
          <p:nvPr>
            <p:ph idx="5" type="body"/>
          </p:nvPr>
        </p:nvSpPr>
        <p:spPr>
          <a:xfrm>
            <a:off x="4629150" y="2575535"/>
            <a:ext cx="3887391" cy="20667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rgbClr val="3F3F3F"/>
              </a:buClr>
              <a:buSzPts val="1800"/>
              <a:buChar char="•"/>
              <a:defRPr/>
            </a:lvl1pPr>
            <a:lvl2pPr indent="-342900" lvl="1" marL="914400" algn="l">
              <a:lnSpc>
                <a:spcPct val="90000"/>
              </a:lnSpc>
              <a:spcBef>
                <a:spcPts val="375"/>
              </a:spcBef>
              <a:spcAft>
                <a:spcPts val="0"/>
              </a:spcAft>
              <a:buClr>
                <a:srgbClr val="3F3F3F"/>
              </a:buClr>
              <a:buSzPts val="1800"/>
              <a:buChar char="•"/>
              <a:defRPr/>
            </a:lvl2pPr>
            <a:lvl3pPr indent="-342900" lvl="2" marL="1371600" algn="l">
              <a:lnSpc>
                <a:spcPct val="90000"/>
              </a:lnSpc>
              <a:spcBef>
                <a:spcPts val="375"/>
              </a:spcBef>
              <a:spcAft>
                <a:spcPts val="0"/>
              </a:spcAft>
              <a:buClr>
                <a:srgbClr val="3F3F3F"/>
              </a:buClr>
              <a:buSzPts val="1800"/>
              <a:buChar char="•"/>
              <a:defRPr/>
            </a:lvl3pPr>
            <a:lvl4pPr indent="-342900" lvl="3" marL="1828800" algn="l">
              <a:lnSpc>
                <a:spcPct val="90000"/>
              </a:lnSpc>
              <a:spcBef>
                <a:spcPts val="375"/>
              </a:spcBef>
              <a:spcAft>
                <a:spcPts val="0"/>
              </a:spcAft>
              <a:buClr>
                <a:srgbClr val="3F3F3F"/>
              </a:buClr>
              <a:buSzPts val="1800"/>
              <a:buChar char="•"/>
              <a:defRPr/>
            </a:lvl4pPr>
            <a:lvl5pPr indent="-342900" lvl="4" marL="2286000" algn="l">
              <a:lnSpc>
                <a:spcPct val="90000"/>
              </a:lnSpc>
              <a:spcBef>
                <a:spcPts val="375"/>
              </a:spcBef>
              <a:spcAft>
                <a:spcPts val="0"/>
              </a:spcAft>
              <a:buClr>
                <a:srgbClr val="3F3F3F"/>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2" name="Google Shape;192;p46"/>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46"/>
          <p:cNvSpPr txBox="1"/>
          <p:nvPr>
            <p:ph idx="11" type="ftr"/>
          </p:nvPr>
        </p:nvSpPr>
        <p:spPr>
          <a:xfrm>
            <a:off x="3028950" y="4631177"/>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46"/>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_2">
  <p:cSld name="Picture with Caption_2">
    <p:spTree>
      <p:nvGrpSpPr>
        <p:cNvPr id="195" name="Shape 195"/>
        <p:cNvGrpSpPr/>
        <p:nvPr/>
      </p:nvGrpSpPr>
      <p:grpSpPr>
        <a:xfrm>
          <a:off x="0" y="0"/>
          <a:ext cx="0" cy="0"/>
          <a:chOff x="0" y="0"/>
          <a:chExt cx="0" cy="0"/>
        </a:xfrm>
      </p:grpSpPr>
      <p:sp>
        <p:nvSpPr>
          <p:cNvPr id="196" name="Google Shape;196;p47"/>
          <p:cNvSpPr/>
          <p:nvPr/>
        </p:nvSpPr>
        <p:spPr>
          <a:xfrm>
            <a:off x="3970972" y="0"/>
            <a:ext cx="5173028" cy="5143500"/>
          </a:xfrm>
          <a:custGeom>
            <a:rect b="b" l="l" r="r" t="t"/>
            <a:pathLst>
              <a:path extrusionOk="0" h="6858000" w="6897370">
                <a:moveTo>
                  <a:pt x="0" y="6858000"/>
                </a:moveTo>
                <a:lnTo>
                  <a:pt x="6896900" y="6858000"/>
                </a:lnTo>
                <a:lnTo>
                  <a:pt x="6896900" y="0"/>
                </a:lnTo>
                <a:lnTo>
                  <a:pt x="0" y="0"/>
                </a:lnTo>
                <a:lnTo>
                  <a:pt x="0" y="6858000"/>
                </a:lnTo>
                <a:close/>
              </a:path>
            </a:pathLst>
          </a:custGeom>
          <a:solidFill>
            <a:schemeClr val="accent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197" name="Google Shape;197;p47"/>
          <p:cNvSpPr/>
          <p:nvPr/>
        </p:nvSpPr>
        <p:spPr>
          <a:xfrm>
            <a:off x="8671678" y="4670574"/>
            <a:ext cx="199800" cy="1998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198" name="Google Shape;198;p47"/>
          <p:cNvSpPr txBox="1"/>
          <p:nvPr>
            <p:ph type="title"/>
          </p:nvPr>
        </p:nvSpPr>
        <p:spPr>
          <a:xfrm>
            <a:off x="629841" y="313022"/>
            <a:ext cx="2949178" cy="97658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2"/>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9" name="Google Shape;199;p47"/>
          <p:cNvSpPr txBox="1"/>
          <p:nvPr>
            <p:ph idx="1" type="body"/>
          </p:nvPr>
        </p:nvSpPr>
        <p:spPr>
          <a:xfrm>
            <a:off x="5470689" y="894523"/>
            <a:ext cx="3043471" cy="107342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C0DFE5"/>
              </a:buClr>
              <a:buSzPts val="1200"/>
              <a:buNone/>
              <a:defRPr sz="1200">
                <a:solidFill>
                  <a:srgbClr val="C0DFE5"/>
                </a:solidFill>
              </a:defRPr>
            </a:lvl1pPr>
            <a:lvl2pPr indent="-228600" lvl="1" marL="914400" algn="l">
              <a:lnSpc>
                <a:spcPct val="90000"/>
              </a:lnSpc>
              <a:spcBef>
                <a:spcPts val="375"/>
              </a:spcBef>
              <a:spcAft>
                <a:spcPts val="0"/>
              </a:spcAft>
              <a:buClr>
                <a:srgbClr val="3F3F3F"/>
              </a:buClr>
              <a:buSzPts val="1050"/>
              <a:buNone/>
              <a:defRPr sz="1050"/>
            </a:lvl2pPr>
            <a:lvl3pPr indent="-228600" lvl="2" marL="1371600" algn="l">
              <a:lnSpc>
                <a:spcPct val="90000"/>
              </a:lnSpc>
              <a:spcBef>
                <a:spcPts val="375"/>
              </a:spcBef>
              <a:spcAft>
                <a:spcPts val="0"/>
              </a:spcAft>
              <a:buClr>
                <a:srgbClr val="3F3F3F"/>
              </a:buClr>
              <a:buSzPts val="900"/>
              <a:buNone/>
              <a:defRPr sz="900"/>
            </a:lvl3pPr>
            <a:lvl4pPr indent="-228600" lvl="3" marL="1828800" algn="l">
              <a:lnSpc>
                <a:spcPct val="90000"/>
              </a:lnSpc>
              <a:spcBef>
                <a:spcPts val="375"/>
              </a:spcBef>
              <a:spcAft>
                <a:spcPts val="0"/>
              </a:spcAft>
              <a:buClr>
                <a:srgbClr val="3F3F3F"/>
              </a:buClr>
              <a:buSzPts val="750"/>
              <a:buNone/>
              <a:defRPr sz="750"/>
            </a:lvl4pPr>
            <a:lvl5pPr indent="-228600" lvl="4" marL="2286000" algn="l">
              <a:lnSpc>
                <a:spcPct val="90000"/>
              </a:lnSpc>
              <a:spcBef>
                <a:spcPts val="375"/>
              </a:spcBef>
              <a:spcAft>
                <a:spcPts val="0"/>
              </a:spcAft>
              <a:buClr>
                <a:srgbClr val="3F3F3F"/>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200" name="Google Shape;200;p47"/>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1" name="Google Shape;201;p47"/>
          <p:cNvSpPr txBox="1"/>
          <p:nvPr>
            <p:ph idx="11" type="ftr"/>
          </p:nvPr>
        </p:nvSpPr>
        <p:spPr>
          <a:xfrm>
            <a:off x="3028950" y="4631177"/>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2" name="Google Shape;202;p47"/>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203" name="Google Shape;203;p47"/>
          <p:cNvSpPr/>
          <p:nvPr/>
        </p:nvSpPr>
        <p:spPr>
          <a:xfrm>
            <a:off x="0" y="1822809"/>
            <a:ext cx="2719388" cy="2578894"/>
          </a:xfrm>
          <a:custGeom>
            <a:rect b="b" l="l" r="r" t="t"/>
            <a:pathLst>
              <a:path extrusionOk="0" h="3438525" w="3625850">
                <a:moveTo>
                  <a:pt x="0" y="3438486"/>
                </a:moveTo>
                <a:lnTo>
                  <a:pt x="3625596" y="3438486"/>
                </a:lnTo>
                <a:lnTo>
                  <a:pt x="3625596" y="0"/>
                </a:lnTo>
                <a:lnTo>
                  <a:pt x="0" y="0"/>
                </a:lnTo>
                <a:lnTo>
                  <a:pt x="0" y="3438486"/>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204" name="Google Shape;204;p47"/>
          <p:cNvSpPr/>
          <p:nvPr>
            <p:ph idx="2" type="pic"/>
          </p:nvPr>
        </p:nvSpPr>
        <p:spPr>
          <a:xfrm>
            <a:off x="0" y="2085918"/>
            <a:ext cx="4530600" cy="2052676"/>
          </a:xfrm>
          <a:prstGeom prst="rect">
            <a:avLst/>
          </a:prstGeom>
          <a:noFill/>
          <a:ln>
            <a:noFill/>
          </a:ln>
        </p:spPr>
      </p:sp>
      <p:sp>
        <p:nvSpPr>
          <p:cNvPr id="205" name="Google Shape;205;p47"/>
          <p:cNvSpPr/>
          <p:nvPr>
            <p:ph idx="3" type="pic"/>
          </p:nvPr>
        </p:nvSpPr>
        <p:spPr>
          <a:xfrm>
            <a:off x="4939580" y="891009"/>
            <a:ext cx="282178" cy="282178"/>
          </a:xfrm>
          <a:prstGeom prst="rect">
            <a:avLst/>
          </a:prstGeom>
          <a:noFill/>
          <a:ln>
            <a:noFill/>
          </a:ln>
        </p:spPr>
      </p:sp>
      <p:sp>
        <p:nvSpPr>
          <p:cNvPr id="206" name="Google Shape;206;p47"/>
          <p:cNvSpPr/>
          <p:nvPr>
            <p:ph idx="4" type="pic"/>
          </p:nvPr>
        </p:nvSpPr>
        <p:spPr>
          <a:xfrm>
            <a:off x="4939580" y="2158512"/>
            <a:ext cx="282178" cy="282178"/>
          </a:xfrm>
          <a:prstGeom prst="rect">
            <a:avLst/>
          </a:prstGeom>
          <a:noFill/>
          <a:ln>
            <a:noFill/>
          </a:ln>
        </p:spPr>
      </p:sp>
      <p:sp>
        <p:nvSpPr>
          <p:cNvPr id="207" name="Google Shape;207;p47"/>
          <p:cNvSpPr txBox="1"/>
          <p:nvPr>
            <p:ph idx="5" type="body"/>
          </p:nvPr>
        </p:nvSpPr>
        <p:spPr>
          <a:xfrm>
            <a:off x="5470688" y="2160268"/>
            <a:ext cx="3043471" cy="107342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C0DFE5"/>
              </a:buClr>
              <a:buSzPts val="1200"/>
              <a:buNone/>
              <a:defRPr sz="1200">
                <a:solidFill>
                  <a:srgbClr val="C0DFE5"/>
                </a:solidFill>
              </a:defRPr>
            </a:lvl1pPr>
            <a:lvl2pPr indent="-228600" lvl="1" marL="914400" algn="l">
              <a:lnSpc>
                <a:spcPct val="90000"/>
              </a:lnSpc>
              <a:spcBef>
                <a:spcPts val="375"/>
              </a:spcBef>
              <a:spcAft>
                <a:spcPts val="0"/>
              </a:spcAft>
              <a:buClr>
                <a:srgbClr val="3F3F3F"/>
              </a:buClr>
              <a:buSzPts val="1050"/>
              <a:buNone/>
              <a:defRPr sz="1050"/>
            </a:lvl2pPr>
            <a:lvl3pPr indent="-228600" lvl="2" marL="1371600" algn="l">
              <a:lnSpc>
                <a:spcPct val="90000"/>
              </a:lnSpc>
              <a:spcBef>
                <a:spcPts val="375"/>
              </a:spcBef>
              <a:spcAft>
                <a:spcPts val="0"/>
              </a:spcAft>
              <a:buClr>
                <a:srgbClr val="3F3F3F"/>
              </a:buClr>
              <a:buSzPts val="900"/>
              <a:buNone/>
              <a:defRPr sz="900"/>
            </a:lvl3pPr>
            <a:lvl4pPr indent="-228600" lvl="3" marL="1828800" algn="l">
              <a:lnSpc>
                <a:spcPct val="90000"/>
              </a:lnSpc>
              <a:spcBef>
                <a:spcPts val="375"/>
              </a:spcBef>
              <a:spcAft>
                <a:spcPts val="0"/>
              </a:spcAft>
              <a:buClr>
                <a:srgbClr val="3F3F3F"/>
              </a:buClr>
              <a:buSzPts val="750"/>
              <a:buNone/>
              <a:defRPr sz="750"/>
            </a:lvl4pPr>
            <a:lvl5pPr indent="-228600" lvl="4" marL="2286000" algn="l">
              <a:lnSpc>
                <a:spcPct val="90000"/>
              </a:lnSpc>
              <a:spcBef>
                <a:spcPts val="375"/>
              </a:spcBef>
              <a:spcAft>
                <a:spcPts val="0"/>
              </a:spcAft>
              <a:buClr>
                <a:srgbClr val="3F3F3F"/>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208" name="Google Shape;208;p47"/>
          <p:cNvSpPr/>
          <p:nvPr>
            <p:ph idx="6" type="pic"/>
          </p:nvPr>
        </p:nvSpPr>
        <p:spPr>
          <a:xfrm>
            <a:off x="4939580" y="3426014"/>
            <a:ext cx="282178" cy="282178"/>
          </a:xfrm>
          <a:prstGeom prst="rect">
            <a:avLst/>
          </a:prstGeom>
          <a:noFill/>
          <a:ln>
            <a:noFill/>
          </a:ln>
        </p:spPr>
      </p:sp>
      <p:sp>
        <p:nvSpPr>
          <p:cNvPr id="209" name="Google Shape;209;p47"/>
          <p:cNvSpPr txBox="1"/>
          <p:nvPr>
            <p:ph idx="7" type="body"/>
          </p:nvPr>
        </p:nvSpPr>
        <p:spPr>
          <a:xfrm>
            <a:off x="5470688" y="3426013"/>
            <a:ext cx="3043471" cy="107342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C0DFE5"/>
              </a:buClr>
              <a:buSzPts val="1200"/>
              <a:buNone/>
              <a:defRPr sz="1200">
                <a:solidFill>
                  <a:srgbClr val="C0DFE5"/>
                </a:solidFill>
              </a:defRPr>
            </a:lvl1pPr>
            <a:lvl2pPr indent="-228600" lvl="1" marL="914400" algn="l">
              <a:lnSpc>
                <a:spcPct val="90000"/>
              </a:lnSpc>
              <a:spcBef>
                <a:spcPts val="375"/>
              </a:spcBef>
              <a:spcAft>
                <a:spcPts val="0"/>
              </a:spcAft>
              <a:buClr>
                <a:srgbClr val="3F3F3F"/>
              </a:buClr>
              <a:buSzPts val="1050"/>
              <a:buNone/>
              <a:defRPr sz="1050"/>
            </a:lvl2pPr>
            <a:lvl3pPr indent="-228600" lvl="2" marL="1371600" algn="l">
              <a:lnSpc>
                <a:spcPct val="90000"/>
              </a:lnSpc>
              <a:spcBef>
                <a:spcPts val="375"/>
              </a:spcBef>
              <a:spcAft>
                <a:spcPts val="0"/>
              </a:spcAft>
              <a:buClr>
                <a:srgbClr val="3F3F3F"/>
              </a:buClr>
              <a:buSzPts val="900"/>
              <a:buNone/>
              <a:defRPr sz="900"/>
            </a:lvl3pPr>
            <a:lvl4pPr indent="-228600" lvl="3" marL="1828800" algn="l">
              <a:lnSpc>
                <a:spcPct val="90000"/>
              </a:lnSpc>
              <a:spcBef>
                <a:spcPts val="375"/>
              </a:spcBef>
              <a:spcAft>
                <a:spcPts val="0"/>
              </a:spcAft>
              <a:buClr>
                <a:srgbClr val="3F3F3F"/>
              </a:buClr>
              <a:buSzPts val="750"/>
              <a:buNone/>
              <a:defRPr sz="750"/>
            </a:lvl4pPr>
            <a:lvl5pPr indent="-228600" lvl="4" marL="2286000" algn="l">
              <a:lnSpc>
                <a:spcPct val="90000"/>
              </a:lnSpc>
              <a:spcBef>
                <a:spcPts val="375"/>
              </a:spcBef>
              <a:spcAft>
                <a:spcPts val="0"/>
              </a:spcAft>
              <a:buClr>
                <a:srgbClr val="3F3F3F"/>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spTree>
      <p:nvGrpSpPr>
        <p:cNvPr id="210" name="Shape 210"/>
        <p:cNvGrpSpPr/>
        <p:nvPr/>
      </p:nvGrpSpPr>
      <p:grpSpPr>
        <a:xfrm>
          <a:off x="0" y="0"/>
          <a:ext cx="0" cy="0"/>
          <a:chOff x="0" y="0"/>
          <a:chExt cx="0" cy="0"/>
        </a:xfrm>
      </p:grpSpPr>
      <p:sp>
        <p:nvSpPr>
          <p:cNvPr id="211" name="Google Shape;211;p48"/>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48"/>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48"/>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4" name="Google Shape;214;p48"/>
          <p:cNvSpPr txBox="1"/>
          <p:nvPr>
            <p:ph idx="11" type="ftr"/>
          </p:nvPr>
        </p:nvSpPr>
        <p:spPr>
          <a:xfrm>
            <a:off x="3028950" y="4631177"/>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p48"/>
          <p:cNvSpPr/>
          <p:nvPr>
            <p:ph idx="2" type="pic"/>
          </p:nvPr>
        </p:nvSpPr>
        <p:spPr>
          <a:xfrm>
            <a:off x="1329309" y="1664436"/>
            <a:ext cx="1810512" cy="1810512"/>
          </a:xfrm>
          <a:prstGeom prst="ellipse">
            <a:avLst/>
          </a:prstGeom>
          <a:noFill/>
          <a:ln>
            <a:noFill/>
          </a:ln>
        </p:spPr>
      </p:sp>
      <p:sp>
        <p:nvSpPr>
          <p:cNvPr id="216" name="Google Shape;216;p48"/>
          <p:cNvSpPr/>
          <p:nvPr>
            <p:ph idx="3" type="pic"/>
          </p:nvPr>
        </p:nvSpPr>
        <p:spPr>
          <a:xfrm>
            <a:off x="6004179" y="1647062"/>
            <a:ext cx="1810512" cy="1810512"/>
          </a:xfrm>
          <a:prstGeom prst="ellipse">
            <a:avLst/>
          </a:prstGeom>
          <a:noFill/>
          <a:ln>
            <a:noFill/>
          </a:ln>
        </p:spPr>
      </p:sp>
      <p:sp>
        <p:nvSpPr>
          <p:cNvPr id="217" name="Google Shape;217;p48"/>
          <p:cNvSpPr/>
          <p:nvPr>
            <p:ph idx="4" type="pic"/>
          </p:nvPr>
        </p:nvSpPr>
        <p:spPr>
          <a:xfrm>
            <a:off x="3440430" y="1514374"/>
            <a:ext cx="2263140" cy="2263140"/>
          </a:xfrm>
          <a:prstGeom prst="ellipse">
            <a:avLst/>
          </a:prstGeom>
          <a:noFill/>
          <a:ln>
            <a:noFill/>
          </a:ln>
        </p:spPr>
      </p:sp>
      <p:sp>
        <p:nvSpPr>
          <p:cNvPr id="218" name="Google Shape;218;p48"/>
          <p:cNvSpPr txBox="1"/>
          <p:nvPr>
            <p:ph idx="1" type="body"/>
          </p:nvPr>
        </p:nvSpPr>
        <p:spPr>
          <a:xfrm>
            <a:off x="1209675" y="3775473"/>
            <a:ext cx="2025254" cy="55364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750"/>
              </a:spcBef>
              <a:spcAft>
                <a:spcPts val="0"/>
              </a:spcAft>
              <a:buClr>
                <a:srgbClr val="F2F2F2"/>
              </a:buClr>
              <a:buSzPts val="1500"/>
              <a:buNone/>
              <a:defRPr sz="1500">
                <a:solidFill>
                  <a:srgbClr val="F2F2F2"/>
                </a:solidFill>
                <a:latin typeface="Gill Sans"/>
                <a:ea typeface="Gill Sans"/>
                <a:cs typeface="Gill Sans"/>
                <a:sym typeface="Gill Sans"/>
              </a:defRPr>
            </a:lvl1pPr>
            <a:lvl2pPr indent="-342900" lvl="1" marL="914400" algn="l">
              <a:lnSpc>
                <a:spcPct val="90000"/>
              </a:lnSpc>
              <a:spcBef>
                <a:spcPts val="375"/>
              </a:spcBef>
              <a:spcAft>
                <a:spcPts val="0"/>
              </a:spcAft>
              <a:buClr>
                <a:srgbClr val="3F3F3F"/>
              </a:buClr>
              <a:buSzPts val="1800"/>
              <a:buChar char="•"/>
              <a:defRPr/>
            </a:lvl2pPr>
            <a:lvl3pPr indent="-342900" lvl="2" marL="1371600" algn="l">
              <a:lnSpc>
                <a:spcPct val="90000"/>
              </a:lnSpc>
              <a:spcBef>
                <a:spcPts val="375"/>
              </a:spcBef>
              <a:spcAft>
                <a:spcPts val="0"/>
              </a:spcAft>
              <a:buClr>
                <a:srgbClr val="3F3F3F"/>
              </a:buClr>
              <a:buSzPts val="1800"/>
              <a:buChar char="•"/>
              <a:defRPr/>
            </a:lvl3pPr>
            <a:lvl4pPr indent="-342900" lvl="3" marL="1828800" algn="l">
              <a:lnSpc>
                <a:spcPct val="90000"/>
              </a:lnSpc>
              <a:spcBef>
                <a:spcPts val="375"/>
              </a:spcBef>
              <a:spcAft>
                <a:spcPts val="0"/>
              </a:spcAft>
              <a:buClr>
                <a:srgbClr val="3F3F3F"/>
              </a:buClr>
              <a:buSzPts val="1800"/>
              <a:buChar char="•"/>
              <a:defRPr/>
            </a:lvl4pPr>
            <a:lvl5pPr indent="-342900" lvl="4" marL="2286000" algn="l">
              <a:lnSpc>
                <a:spcPct val="90000"/>
              </a:lnSpc>
              <a:spcBef>
                <a:spcPts val="375"/>
              </a:spcBef>
              <a:spcAft>
                <a:spcPts val="0"/>
              </a:spcAft>
              <a:buClr>
                <a:srgbClr val="3F3F3F"/>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19" name="Google Shape;219;p48"/>
          <p:cNvSpPr txBox="1"/>
          <p:nvPr>
            <p:ph idx="5" type="body"/>
          </p:nvPr>
        </p:nvSpPr>
        <p:spPr>
          <a:xfrm>
            <a:off x="3559373" y="3927526"/>
            <a:ext cx="2025254" cy="55364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750"/>
              </a:spcBef>
              <a:spcAft>
                <a:spcPts val="0"/>
              </a:spcAft>
              <a:buClr>
                <a:srgbClr val="F2F2F2"/>
              </a:buClr>
              <a:buSzPts val="1500"/>
              <a:buNone/>
              <a:defRPr sz="1500">
                <a:solidFill>
                  <a:srgbClr val="F2F2F2"/>
                </a:solidFill>
                <a:latin typeface="Gill Sans"/>
                <a:ea typeface="Gill Sans"/>
                <a:cs typeface="Gill Sans"/>
                <a:sym typeface="Gill Sans"/>
              </a:defRPr>
            </a:lvl1pPr>
            <a:lvl2pPr indent="-342900" lvl="1" marL="914400" algn="l">
              <a:lnSpc>
                <a:spcPct val="90000"/>
              </a:lnSpc>
              <a:spcBef>
                <a:spcPts val="375"/>
              </a:spcBef>
              <a:spcAft>
                <a:spcPts val="0"/>
              </a:spcAft>
              <a:buClr>
                <a:srgbClr val="3F3F3F"/>
              </a:buClr>
              <a:buSzPts val="1800"/>
              <a:buChar char="•"/>
              <a:defRPr/>
            </a:lvl2pPr>
            <a:lvl3pPr indent="-342900" lvl="2" marL="1371600" algn="l">
              <a:lnSpc>
                <a:spcPct val="90000"/>
              </a:lnSpc>
              <a:spcBef>
                <a:spcPts val="375"/>
              </a:spcBef>
              <a:spcAft>
                <a:spcPts val="0"/>
              </a:spcAft>
              <a:buClr>
                <a:srgbClr val="3F3F3F"/>
              </a:buClr>
              <a:buSzPts val="1800"/>
              <a:buChar char="•"/>
              <a:defRPr/>
            </a:lvl3pPr>
            <a:lvl4pPr indent="-342900" lvl="3" marL="1828800" algn="l">
              <a:lnSpc>
                <a:spcPct val="90000"/>
              </a:lnSpc>
              <a:spcBef>
                <a:spcPts val="375"/>
              </a:spcBef>
              <a:spcAft>
                <a:spcPts val="0"/>
              </a:spcAft>
              <a:buClr>
                <a:srgbClr val="3F3F3F"/>
              </a:buClr>
              <a:buSzPts val="1800"/>
              <a:buChar char="•"/>
              <a:defRPr/>
            </a:lvl4pPr>
            <a:lvl5pPr indent="-342900" lvl="4" marL="2286000" algn="l">
              <a:lnSpc>
                <a:spcPct val="90000"/>
              </a:lnSpc>
              <a:spcBef>
                <a:spcPts val="375"/>
              </a:spcBef>
              <a:spcAft>
                <a:spcPts val="0"/>
              </a:spcAft>
              <a:buClr>
                <a:srgbClr val="3F3F3F"/>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0" name="Google Shape;220;p48"/>
          <p:cNvSpPr txBox="1"/>
          <p:nvPr>
            <p:ph idx="6" type="body"/>
          </p:nvPr>
        </p:nvSpPr>
        <p:spPr>
          <a:xfrm>
            <a:off x="5909071" y="3775473"/>
            <a:ext cx="2025254" cy="55364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750"/>
              </a:spcBef>
              <a:spcAft>
                <a:spcPts val="0"/>
              </a:spcAft>
              <a:buClr>
                <a:srgbClr val="F2F2F2"/>
              </a:buClr>
              <a:buSzPts val="1500"/>
              <a:buNone/>
              <a:defRPr sz="1500">
                <a:solidFill>
                  <a:srgbClr val="F2F2F2"/>
                </a:solidFill>
                <a:latin typeface="Gill Sans"/>
                <a:ea typeface="Gill Sans"/>
                <a:cs typeface="Gill Sans"/>
                <a:sym typeface="Gill Sans"/>
              </a:defRPr>
            </a:lvl1pPr>
            <a:lvl2pPr indent="-342900" lvl="1" marL="914400" algn="l">
              <a:lnSpc>
                <a:spcPct val="90000"/>
              </a:lnSpc>
              <a:spcBef>
                <a:spcPts val="375"/>
              </a:spcBef>
              <a:spcAft>
                <a:spcPts val="0"/>
              </a:spcAft>
              <a:buClr>
                <a:srgbClr val="3F3F3F"/>
              </a:buClr>
              <a:buSzPts val="1800"/>
              <a:buChar char="•"/>
              <a:defRPr/>
            </a:lvl2pPr>
            <a:lvl3pPr indent="-342900" lvl="2" marL="1371600" algn="l">
              <a:lnSpc>
                <a:spcPct val="90000"/>
              </a:lnSpc>
              <a:spcBef>
                <a:spcPts val="375"/>
              </a:spcBef>
              <a:spcAft>
                <a:spcPts val="0"/>
              </a:spcAft>
              <a:buClr>
                <a:srgbClr val="3F3F3F"/>
              </a:buClr>
              <a:buSzPts val="1800"/>
              <a:buChar char="•"/>
              <a:defRPr/>
            </a:lvl3pPr>
            <a:lvl4pPr indent="-342900" lvl="3" marL="1828800" algn="l">
              <a:lnSpc>
                <a:spcPct val="90000"/>
              </a:lnSpc>
              <a:spcBef>
                <a:spcPts val="375"/>
              </a:spcBef>
              <a:spcAft>
                <a:spcPts val="0"/>
              </a:spcAft>
              <a:buClr>
                <a:srgbClr val="3F3F3F"/>
              </a:buClr>
              <a:buSzPts val="1800"/>
              <a:buChar char="•"/>
              <a:defRPr/>
            </a:lvl4pPr>
            <a:lvl5pPr indent="-342900" lvl="4" marL="2286000" algn="l">
              <a:lnSpc>
                <a:spcPct val="90000"/>
              </a:lnSpc>
              <a:spcBef>
                <a:spcPts val="375"/>
              </a:spcBef>
              <a:spcAft>
                <a:spcPts val="0"/>
              </a:spcAft>
              <a:buClr>
                <a:srgbClr val="3F3F3F"/>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1" name="Google Shape;221;p48"/>
          <p:cNvSpPr/>
          <p:nvPr>
            <p:ph idx="7" type="pic"/>
          </p:nvPr>
        </p:nvSpPr>
        <p:spPr>
          <a:xfrm>
            <a:off x="0" y="0"/>
            <a:ext cx="9144000" cy="51435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theme" Target="../theme/theme2.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1.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9"/>
          <p:cNvSpPr txBox="1"/>
          <p:nvPr>
            <p:ph idx="1" type="body"/>
          </p:nvPr>
        </p:nvSpPr>
        <p:spPr>
          <a:xfrm>
            <a:off x="628650" y="1369218"/>
            <a:ext cx="7886700" cy="326350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19"/>
          <p:cNvPicPr preferRelativeResize="0"/>
          <p:nvPr/>
        </p:nvPicPr>
        <p:blipFill rotWithShape="1">
          <a:blip r:embed="rId1">
            <a:alphaModFix/>
          </a:blip>
          <a:srcRect b="0" l="0" r="0" t="0"/>
          <a:stretch/>
        </p:blipFill>
        <p:spPr>
          <a:xfrm>
            <a:off x="4036428" y="4821298"/>
            <a:ext cx="1071143" cy="16577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p27"/>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accent2"/>
              </a:buClr>
              <a:buSzPts val="2400"/>
              <a:buFont typeface="Gill Sans"/>
              <a:buNone/>
              <a:defRPr b="1" i="0" sz="2400" u="none" cap="none" strike="noStrike">
                <a:solidFill>
                  <a:schemeClr val="accent2"/>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4" name="Google Shape;104;p27"/>
          <p:cNvSpPr txBox="1"/>
          <p:nvPr>
            <p:ph idx="1" type="body"/>
          </p:nvPr>
        </p:nvSpPr>
        <p:spPr>
          <a:xfrm>
            <a:off x="628650" y="1369218"/>
            <a:ext cx="7886700" cy="3263504"/>
          </a:xfrm>
          <a:prstGeom prst="rect">
            <a:avLst/>
          </a:prstGeom>
          <a:noFill/>
          <a:ln>
            <a:noFill/>
          </a:ln>
        </p:spPr>
        <p:txBody>
          <a:bodyPr anchorCtr="0" anchor="t" bIns="45700" lIns="91425" spcFirstLastPara="1" rIns="91425" wrap="square" tIns="45700">
            <a:normAutofit/>
          </a:bodyPr>
          <a:lstStyle>
            <a:lvl1pPr indent="-304800" lvl="0" marL="457200" marR="0" rtl="0" algn="l">
              <a:lnSpc>
                <a:spcPct val="90000"/>
              </a:lnSpc>
              <a:spcBef>
                <a:spcPts val="750"/>
              </a:spcBef>
              <a:spcAft>
                <a:spcPts val="0"/>
              </a:spcAft>
              <a:buClr>
                <a:srgbClr val="3F3F3F"/>
              </a:buClr>
              <a:buSzPts val="1200"/>
              <a:buFont typeface="Arial"/>
              <a:buChar char="•"/>
              <a:defRPr b="0" i="0" sz="1200" u="none" cap="none" strike="noStrike">
                <a:solidFill>
                  <a:srgbClr val="3F3F3F"/>
                </a:solidFill>
                <a:latin typeface=" Arial"/>
                <a:ea typeface=" Arial"/>
                <a:cs typeface=" Arial"/>
                <a:sym typeface=" Arial"/>
              </a:defRPr>
            </a:lvl1pPr>
            <a:lvl2pPr indent="-304800" lvl="1" marL="914400" marR="0" rtl="0" algn="l">
              <a:lnSpc>
                <a:spcPct val="90000"/>
              </a:lnSpc>
              <a:spcBef>
                <a:spcPts val="375"/>
              </a:spcBef>
              <a:spcAft>
                <a:spcPts val="0"/>
              </a:spcAft>
              <a:buClr>
                <a:srgbClr val="3F3F3F"/>
              </a:buClr>
              <a:buSzPts val="1200"/>
              <a:buFont typeface="Arial"/>
              <a:buChar char="•"/>
              <a:defRPr b="0" i="0" sz="1200" u="none" cap="none" strike="noStrike">
                <a:solidFill>
                  <a:srgbClr val="3F3F3F"/>
                </a:solidFill>
                <a:latin typeface=" Arial"/>
                <a:ea typeface=" Arial"/>
                <a:cs typeface=" Arial"/>
                <a:sym typeface=" Arial"/>
              </a:defRPr>
            </a:lvl2pPr>
            <a:lvl3pPr indent="-304800" lvl="2" marL="1371600" marR="0" rtl="0" algn="l">
              <a:lnSpc>
                <a:spcPct val="90000"/>
              </a:lnSpc>
              <a:spcBef>
                <a:spcPts val="375"/>
              </a:spcBef>
              <a:spcAft>
                <a:spcPts val="0"/>
              </a:spcAft>
              <a:buClr>
                <a:srgbClr val="3F3F3F"/>
              </a:buClr>
              <a:buSzPts val="1200"/>
              <a:buFont typeface="Arial"/>
              <a:buChar char="•"/>
              <a:defRPr b="0" i="0" sz="1200" u="none" cap="none" strike="noStrike">
                <a:solidFill>
                  <a:srgbClr val="3F3F3F"/>
                </a:solidFill>
                <a:latin typeface=" Arial"/>
                <a:ea typeface=" Arial"/>
                <a:cs typeface=" Arial"/>
                <a:sym typeface=" Arial"/>
              </a:defRPr>
            </a:lvl3pPr>
            <a:lvl4pPr indent="-304800" lvl="3" marL="1828800" marR="0" rtl="0" algn="l">
              <a:lnSpc>
                <a:spcPct val="90000"/>
              </a:lnSpc>
              <a:spcBef>
                <a:spcPts val="375"/>
              </a:spcBef>
              <a:spcAft>
                <a:spcPts val="0"/>
              </a:spcAft>
              <a:buClr>
                <a:srgbClr val="3F3F3F"/>
              </a:buClr>
              <a:buSzPts val="1200"/>
              <a:buFont typeface="Arial"/>
              <a:buChar char="•"/>
              <a:defRPr b="0" i="0" sz="1200" u="none" cap="none" strike="noStrike">
                <a:solidFill>
                  <a:srgbClr val="3F3F3F"/>
                </a:solidFill>
                <a:latin typeface=" Arial"/>
                <a:ea typeface=" Arial"/>
                <a:cs typeface=" Arial"/>
                <a:sym typeface=" Arial"/>
              </a:defRPr>
            </a:lvl4pPr>
            <a:lvl5pPr indent="-304800" lvl="4" marL="2286000" marR="0" rtl="0" algn="l">
              <a:lnSpc>
                <a:spcPct val="90000"/>
              </a:lnSpc>
              <a:spcBef>
                <a:spcPts val="375"/>
              </a:spcBef>
              <a:spcAft>
                <a:spcPts val="0"/>
              </a:spcAft>
              <a:buClr>
                <a:srgbClr val="3F3F3F"/>
              </a:buClr>
              <a:buSzPts val="1200"/>
              <a:buFont typeface="Arial"/>
              <a:buChar char="•"/>
              <a:defRPr b="0" i="0" sz="1200" u="none" cap="none" strike="noStrike">
                <a:solidFill>
                  <a:srgbClr val="3F3F3F"/>
                </a:solidFill>
                <a:latin typeface=" Arial"/>
                <a:ea typeface=" Arial"/>
                <a:cs typeface=" Arial"/>
                <a:sym typeface=" 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 Arial"/>
                <a:ea typeface=" Arial"/>
                <a:cs typeface=" Arial"/>
                <a:sym typeface=" 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 Arial"/>
                <a:ea typeface=" Arial"/>
                <a:cs typeface=" Arial"/>
                <a:sym typeface=" 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 Arial"/>
                <a:ea typeface=" Arial"/>
                <a:cs typeface=" Arial"/>
                <a:sym typeface=" 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 Arial"/>
                <a:ea typeface=" Arial"/>
                <a:cs typeface=" Arial"/>
                <a:sym typeface=" Arial"/>
              </a:defRPr>
            </a:lvl9pPr>
          </a:lstStyle>
          <a:p/>
        </p:txBody>
      </p:sp>
      <p:sp>
        <p:nvSpPr>
          <p:cNvPr id="105" name="Google Shape;105;p27"/>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06" name="Google Shape;106;p27"/>
          <p:cNvSpPr txBox="1"/>
          <p:nvPr>
            <p:ph idx="11" type="ftr"/>
          </p:nvPr>
        </p:nvSpPr>
        <p:spPr>
          <a:xfrm>
            <a:off x="3028950" y="4631177"/>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07" name="Google Shape;107;p27"/>
          <p:cNvSpPr/>
          <p:nvPr/>
        </p:nvSpPr>
        <p:spPr>
          <a:xfrm>
            <a:off x="8671678" y="4670574"/>
            <a:ext cx="199800" cy="1998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108" name="Google Shape;108;p27"/>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None/>
              <a:defRPr b="0" i="1" sz="75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None/>
              <a:defRPr b="0" i="1" sz="75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None/>
              <a:defRPr b="0" i="1" sz="75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None/>
              <a:defRPr b="0" i="1" sz="75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None/>
              <a:defRPr b="0" i="1" sz="75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None/>
              <a:defRPr b="0" i="1" sz="75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None/>
              <a:defRPr b="0" i="1" sz="75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None/>
              <a:defRPr b="0" i="1" sz="75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None/>
              <a:defRPr b="0" i="1" sz="75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 Id="rId4" Type="http://schemas.openxmlformats.org/officeDocument/2006/relationships/hyperlink" Target="mailto:c.flory@axellens.eu" TargetMode="External"/><Relationship Id="rId5" Type="http://schemas.openxmlformats.org/officeDocument/2006/relationships/image" Target="../media/image1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3.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4.jpg"/><Relationship Id="rId4" Type="http://schemas.openxmlformats.org/officeDocument/2006/relationships/image" Target="../media/image55.png"/><Relationship Id="rId5"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34.png"/><Relationship Id="rId5" Type="http://schemas.openxmlformats.org/officeDocument/2006/relationships/image" Target="../media/image24.png"/><Relationship Id="rId6" Type="http://schemas.openxmlformats.org/officeDocument/2006/relationships/image" Target="../media/image50.png"/><Relationship Id="rId7" Type="http://schemas.openxmlformats.org/officeDocument/2006/relationships/image" Target="../media/image4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36.png"/><Relationship Id="rId5" Type="http://schemas.openxmlformats.org/officeDocument/2006/relationships/image" Target="../media/image25.png"/><Relationship Id="rId6" Type="http://schemas.openxmlformats.org/officeDocument/2006/relationships/image" Target="../media/image33.png"/><Relationship Id="rId7"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44.png"/><Relationship Id="rId5" Type="http://schemas.openxmlformats.org/officeDocument/2006/relationships/image" Target="../media/image27.png"/><Relationship Id="rId6" Type="http://schemas.openxmlformats.org/officeDocument/2006/relationships/image" Target="../media/image43.png"/><Relationship Id="rId7" Type="http://schemas.openxmlformats.org/officeDocument/2006/relationships/image" Target="../media/image41.png"/><Relationship Id="rId8"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49.png"/><Relationship Id="rId4" Type="http://schemas.openxmlformats.org/officeDocument/2006/relationships/image" Target="../media/image29.png"/><Relationship Id="rId5" Type="http://schemas.openxmlformats.org/officeDocument/2006/relationships/image" Target="../media/image28.png"/><Relationship Id="rId6" Type="http://schemas.openxmlformats.org/officeDocument/2006/relationships/image" Target="../media/image30.png"/><Relationship Id="rId7" Type="http://schemas.openxmlformats.org/officeDocument/2006/relationships/image" Target="../media/image48.png"/><Relationship Id="rId8" Type="http://schemas.openxmlformats.org/officeDocument/2006/relationships/image" Target="../media/image38.png"/></Relationships>
</file>

<file path=ppt/slides/_rels/slide17.xml.rels><?xml version="1.0" encoding="UTF-8" standalone="yes"?><Relationships xmlns="http://schemas.openxmlformats.org/package/2006/relationships"><Relationship Id="rId11" Type="http://schemas.openxmlformats.org/officeDocument/2006/relationships/image" Target="../media/image54.png"/><Relationship Id="rId10" Type="http://schemas.openxmlformats.org/officeDocument/2006/relationships/image" Target="../media/image51.png"/><Relationship Id="rId12" Type="http://schemas.openxmlformats.org/officeDocument/2006/relationships/image" Target="../media/image52.jpg"/><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37.png"/><Relationship Id="rId9" Type="http://schemas.openxmlformats.org/officeDocument/2006/relationships/image" Target="../media/image53.png"/><Relationship Id="rId5" Type="http://schemas.openxmlformats.org/officeDocument/2006/relationships/image" Target="../media/image46.png"/><Relationship Id="rId6" Type="http://schemas.openxmlformats.org/officeDocument/2006/relationships/image" Target="../media/image45.png"/><Relationship Id="rId7" Type="http://schemas.openxmlformats.org/officeDocument/2006/relationships/image" Target="../media/image40.png"/><Relationship Id="rId8"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
          <p:cNvSpPr/>
          <p:nvPr/>
        </p:nvSpPr>
        <p:spPr>
          <a:xfrm>
            <a:off x="0" y="0"/>
            <a:ext cx="9144000" cy="5143500"/>
          </a:xfrm>
          <a:prstGeom prst="rect">
            <a:avLst/>
          </a:prstGeom>
          <a:solidFill>
            <a:srgbClr val="FFFFFF"/>
          </a:solidFill>
          <a:ln>
            <a:noFill/>
          </a:ln>
        </p:spPr>
        <p:txBody>
          <a:bodyPr anchorCtr="0" anchor="ctr" bIns="17100" lIns="34225" spcFirstLastPara="1" rIns="34225" wrap="square" tIns="17100">
            <a:noAutofit/>
          </a:bodyPr>
          <a:lstStyle/>
          <a:p>
            <a:pPr indent="0" lvl="0" marL="0" marR="0" rtl="0" algn="just">
              <a:lnSpc>
                <a:spcPct val="107915"/>
              </a:lnSpc>
              <a:spcBef>
                <a:spcPts val="0"/>
              </a:spcBef>
              <a:spcAft>
                <a:spcPts val="800"/>
              </a:spcAft>
              <a:buClr>
                <a:schemeClr val="dk2"/>
              </a:buClr>
              <a:buSzPts val="1100"/>
              <a:buFont typeface="Arial"/>
              <a:buNone/>
            </a:pPr>
            <a:r>
              <a:t/>
            </a:r>
            <a:endParaRPr b="0" i="0" sz="1800" u="none" cap="none" strike="noStrike">
              <a:solidFill>
                <a:schemeClr val="lt1"/>
              </a:solidFill>
              <a:latin typeface="Montserrat Light"/>
              <a:ea typeface="Montserrat Light"/>
              <a:cs typeface="Montserrat Light"/>
              <a:sym typeface="Montserrat Light"/>
            </a:endParaRPr>
          </a:p>
        </p:txBody>
      </p:sp>
      <p:pic>
        <p:nvPicPr>
          <p:cNvPr id="227" name="Google Shape;227;p1"/>
          <p:cNvPicPr preferRelativeResize="0"/>
          <p:nvPr/>
        </p:nvPicPr>
        <p:blipFill rotWithShape="1">
          <a:blip r:embed="rId3">
            <a:alphaModFix/>
          </a:blip>
          <a:srcRect b="0" l="0" r="0" t="0"/>
          <a:stretch/>
        </p:blipFill>
        <p:spPr>
          <a:xfrm>
            <a:off x="0" y="-2"/>
            <a:ext cx="9144000" cy="5143500"/>
          </a:xfrm>
          <a:prstGeom prst="rect">
            <a:avLst/>
          </a:prstGeom>
          <a:noFill/>
          <a:ln>
            <a:noFill/>
          </a:ln>
        </p:spPr>
      </p:pic>
      <p:sp>
        <p:nvSpPr>
          <p:cNvPr id="228" name="Google Shape;228;p1"/>
          <p:cNvSpPr/>
          <p:nvPr/>
        </p:nvSpPr>
        <p:spPr>
          <a:xfrm>
            <a:off x="4498458" y="0"/>
            <a:ext cx="4645542" cy="5143501"/>
          </a:xfrm>
          <a:custGeom>
            <a:rect b="b" l="l" r="r" t="t"/>
            <a:pathLst>
              <a:path extrusionOk="0" h="6858001" w="8150074">
                <a:moveTo>
                  <a:pt x="3982794" y="6514685"/>
                </a:moveTo>
                <a:cubicBezTo>
                  <a:pt x="3979187" y="6530791"/>
                  <a:pt x="3974500" y="6551932"/>
                  <a:pt x="3969749" y="6573124"/>
                </a:cubicBezTo>
                <a:cubicBezTo>
                  <a:pt x="3994620" y="6525731"/>
                  <a:pt x="4028923" y="6575909"/>
                  <a:pt x="4057317" y="6559094"/>
                </a:cubicBezTo>
                <a:cubicBezTo>
                  <a:pt x="4053574" y="6617266"/>
                  <a:pt x="4053517" y="6617046"/>
                  <a:pt x="4101278" y="6593814"/>
                </a:cubicBezTo>
                <a:cubicBezTo>
                  <a:pt x="4115971" y="6586663"/>
                  <a:pt x="4131248" y="6581040"/>
                  <a:pt x="4146251" y="6574745"/>
                </a:cubicBezTo>
                <a:cubicBezTo>
                  <a:pt x="4145943" y="6570939"/>
                  <a:pt x="4145660" y="6567105"/>
                  <a:pt x="4145424" y="6563337"/>
                </a:cubicBezTo>
                <a:cubicBezTo>
                  <a:pt x="4092924" y="6547606"/>
                  <a:pt x="4040470" y="6531938"/>
                  <a:pt x="3982794" y="6514685"/>
                </a:cubicBezTo>
                <a:close/>
                <a:moveTo>
                  <a:pt x="3016795" y="6001624"/>
                </a:moveTo>
                <a:cubicBezTo>
                  <a:pt x="3012661" y="6006543"/>
                  <a:pt x="3008603" y="6011498"/>
                  <a:pt x="3004497" y="6016392"/>
                </a:cubicBezTo>
                <a:cubicBezTo>
                  <a:pt x="3026180" y="6035650"/>
                  <a:pt x="3047808" y="6054904"/>
                  <a:pt x="3073964" y="6078183"/>
                </a:cubicBezTo>
                <a:cubicBezTo>
                  <a:pt x="3085419" y="6009167"/>
                  <a:pt x="3027164" y="6034250"/>
                  <a:pt x="3016795" y="6001624"/>
                </a:cubicBezTo>
                <a:close/>
                <a:moveTo>
                  <a:pt x="1962497" y="5003833"/>
                </a:moveTo>
                <a:cubicBezTo>
                  <a:pt x="1954573" y="5017859"/>
                  <a:pt x="1944216" y="5036289"/>
                  <a:pt x="1933782" y="5054744"/>
                </a:cubicBezTo>
                <a:cubicBezTo>
                  <a:pt x="1970643" y="5018476"/>
                  <a:pt x="1989198" y="5078181"/>
                  <a:pt x="2020861" y="5072190"/>
                </a:cubicBezTo>
                <a:cubicBezTo>
                  <a:pt x="2001053" y="5126118"/>
                  <a:pt x="2001060" y="5125889"/>
                  <a:pt x="2052908" y="5120609"/>
                </a:cubicBezTo>
                <a:lnTo>
                  <a:pt x="2080978" y="5119260"/>
                </a:lnTo>
                <a:lnTo>
                  <a:pt x="2073124" y="5116356"/>
                </a:lnTo>
                <a:cubicBezTo>
                  <a:pt x="2066546" y="5110644"/>
                  <a:pt x="2063165" y="5099503"/>
                  <a:pt x="2061285" y="5081955"/>
                </a:cubicBezTo>
                <a:lnTo>
                  <a:pt x="2058786" y="5074475"/>
                </a:lnTo>
                <a:lnTo>
                  <a:pt x="2034606" y="5056729"/>
                </a:lnTo>
                <a:cubicBezTo>
                  <a:pt x="2011321" y="5039647"/>
                  <a:pt x="1987474" y="5022158"/>
                  <a:pt x="1962497" y="5003833"/>
                </a:cubicBezTo>
                <a:close/>
                <a:moveTo>
                  <a:pt x="1188496" y="4177175"/>
                </a:moveTo>
                <a:cubicBezTo>
                  <a:pt x="1183197" y="4180395"/>
                  <a:pt x="1177958" y="4183673"/>
                  <a:pt x="1172692" y="4186879"/>
                </a:cubicBezTo>
                <a:cubicBezTo>
                  <a:pt x="1187901" y="4212786"/>
                  <a:pt x="1203061" y="4238670"/>
                  <a:pt x="1221397" y="4269968"/>
                </a:cubicBezTo>
                <a:cubicBezTo>
                  <a:pt x="1251556" y="4208451"/>
                  <a:pt x="1189227" y="4211802"/>
                  <a:pt x="1188496" y="4177175"/>
                </a:cubicBezTo>
                <a:close/>
                <a:moveTo>
                  <a:pt x="799227" y="1153006"/>
                </a:moveTo>
                <a:lnTo>
                  <a:pt x="725703" y="1182674"/>
                </a:lnTo>
                <a:cubicBezTo>
                  <a:pt x="769987" y="1231005"/>
                  <a:pt x="780090" y="1193040"/>
                  <a:pt x="799227" y="1153006"/>
                </a:cubicBezTo>
                <a:close/>
                <a:moveTo>
                  <a:pt x="474713" y="1011229"/>
                </a:moveTo>
                <a:lnTo>
                  <a:pt x="489968" y="1021296"/>
                </a:lnTo>
                <a:lnTo>
                  <a:pt x="462360" y="1067227"/>
                </a:lnTo>
                <a:lnTo>
                  <a:pt x="461189" y="1067458"/>
                </a:lnTo>
                <a:lnTo>
                  <a:pt x="411828" y="1016470"/>
                </a:lnTo>
                <a:cubicBezTo>
                  <a:pt x="421299" y="1035614"/>
                  <a:pt x="426894" y="1062928"/>
                  <a:pt x="441318" y="1071400"/>
                </a:cubicBezTo>
                <a:lnTo>
                  <a:pt x="461189" y="1067458"/>
                </a:lnTo>
                <a:lnTo>
                  <a:pt x="461826" y="1068117"/>
                </a:lnTo>
                <a:lnTo>
                  <a:pt x="462360" y="1067227"/>
                </a:lnTo>
                <a:lnTo>
                  <a:pt x="478947" y="1063935"/>
                </a:lnTo>
                <a:cubicBezTo>
                  <a:pt x="486405" y="1051498"/>
                  <a:pt x="491591" y="1033721"/>
                  <a:pt x="502953" y="1024417"/>
                </a:cubicBezTo>
                <a:cubicBezTo>
                  <a:pt x="490461" y="1018582"/>
                  <a:pt x="482581" y="1014887"/>
                  <a:pt x="474713" y="1011229"/>
                </a:cubicBezTo>
                <a:close/>
                <a:moveTo>
                  <a:pt x="614032" y="993260"/>
                </a:moveTo>
                <a:lnTo>
                  <a:pt x="605070" y="998311"/>
                </a:lnTo>
                <a:cubicBezTo>
                  <a:pt x="611039" y="1020038"/>
                  <a:pt x="617010" y="1041764"/>
                  <a:pt x="622254" y="1060730"/>
                </a:cubicBezTo>
                <a:cubicBezTo>
                  <a:pt x="642741" y="1063877"/>
                  <a:pt x="659340" y="1066395"/>
                  <a:pt x="680366" y="1069593"/>
                </a:cubicBezTo>
                <a:cubicBezTo>
                  <a:pt x="656429" y="1042085"/>
                  <a:pt x="635207" y="1017656"/>
                  <a:pt x="614032" y="993260"/>
                </a:cubicBezTo>
                <a:close/>
                <a:moveTo>
                  <a:pt x="361453" y="590078"/>
                </a:moveTo>
                <a:cubicBezTo>
                  <a:pt x="353064" y="586514"/>
                  <a:pt x="342638" y="598361"/>
                  <a:pt x="321787" y="622055"/>
                </a:cubicBezTo>
                <a:cubicBezTo>
                  <a:pt x="343176" y="631133"/>
                  <a:pt x="362204" y="639229"/>
                  <a:pt x="388889" y="650572"/>
                </a:cubicBezTo>
                <a:cubicBezTo>
                  <a:pt x="376189" y="612619"/>
                  <a:pt x="369839" y="593642"/>
                  <a:pt x="361453" y="590078"/>
                </a:cubicBezTo>
                <a:close/>
                <a:moveTo>
                  <a:pt x="5390833" y="0"/>
                </a:moveTo>
                <a:lnTo>
                  <a:pt x="8150074" y="0"/>
                </a:lnTo>
                <a:lnTo>
                  <a:pt x="8150074" y="6858000"/>
                </a:lnTo>
                <a:lnTo>
                  <a:pt x="5691323" y="6858000"/>
                </a:lnTo>
                <a:lnTo>
                  <a:pt x="5691323" y="6858001"/>
                </a:lnTo>
                <a:lnTo>
                  <a:pt x="5233628" y="6858001"/>
                </a:lnTo>
                <a:lnTo>
                  <a:pt x="5233223" y="6855179"/>
                </a:lnTo>
                <a:lnTo>
                  <a:pt x="5202307" y="6858001"/>
                </a:lnTo>
                <a:lnTo>
                  <a:pt x="5190138" y="6858001"/>
                </a:lnTo>
                <a:lnTo>
                  <a:pt x="5159138" y="6853170"/>
                </a:lnTo>
                <a:cubicBezTo>
                  <a:pt x="5137021" y="6844695"/>
                  <a:pt x="5118515" y="6824877"/>
                  <a:pt x="5106715" y="6783111"/>
                </a:cubicBezTo>
                <a:lnTo>
                  <a:pt x="5086530" y="6762499"/>
                </a:lnTo>
                <a:lnTo>
                  <a:pt x="5088386" y="6774021"/>
                </a:lnTo>
                <a:cubicBezTo>
                  <a:pt x="5067769" y="6808709"/>
                  <a:pt x="5028555" y="6795334"/>
                  <a:pt x="4989282" y="6808645"/>
                </a:cubicBezTo>
                <a:cubicBezTo>
                  <a:pt x="4993508" y="6783134"/>
                  <a:pt x="4997183" y="6761162"/>
                  <a:pt x="5001705" y="6733677"/>
                </a:cubicBezTo>
                <a:lnTo>
                  <a:pt x="4988989" y="6743446"/>
                </a:lnTo>
                <a:lnTo>
                  <a:pt x="4989103" y="6752353"/>
                </a:lnTo>
                <a:cubicBezTo>
                  <a:pt x="4989219" y="6761282"/>
                  <a:pt x="4989351" y="6771449"/>
                  <a:pt x="4989507" y="6784844"/>
                </a:cubicBezTo>
                <a:lnTo>
                  <a:pt x="4966935" y="6760390"/>
                </a:lnTo>
                <a:lnTo>
                  <a:pt x="4958001" y="6767256"/>
                </a:lnTo>
                <a:cubicBezTo>
                  <a:pt x="4958345" y="6765070"/>
                  <a:pt x="4958689" y="6762890"/>
                  <a:pt x="4959027" y="6760767"/>
                </a:cubicBezTo>
                <a:cubicBezTo>
                  <a:pt x="4942091" y="6764841"/>
                  <a:pt x="4924873" y="6772968"/>
                  <a:pt x="4908242" y="6771780"/>
                </a:cubicBezTo>
                <a:cubicBezTo>
                  <a:pt x="4892945" y="6770653"/>
                  <a:pt x="4878203" y="6759478"/>
                  <a:pt x="4853587" y="6748435"/>
                </a:cubicBezTo>
                <a:cubicBezTo>
                  <a:pt x="4851289" y="6749325"/>
                  <a:pt x="4837891" y="6754212"/>
                  <a:pt x="4824460" y="6759122"/>
                </a:cubicBezTo>
                <a:cubicBezTo>
                  <a:pt x="4823355" y="6754239"/>
                  <a:pt x="4822247" y="6749359"/>
                  <a:pt x="4821132" y="6744536"/>
                </a:cubicBezTo>
                <a:cubicBezTo>
                  <a:pt x="4827069" y="6743029"/>
                  <a:pt x="4834851" y="6743613"/>
                  <a:pt x="4838359" y="6739512"/>
                </a:cubicBezTo>
                <a:cubicBezTo>
                  <a:pt x="4844624" y="6732295"/>
                  <a:pt x="4848297" y="6722255"/>
                  <a:pt x="4853074" y="6713388"/>
                </a:cubicBezTo>
                <a:cubicBezTo>
                  <a:pt x="4844762" y="6711499"/>
                  <a:pt x="4836352" y="6707548"/>
                  <a:pt x="4828173" y="6708175"/>
                </a:cubicBezTo>
                <a:cubicBezTo>
                  <a:pt x="4813815" y="6709286"/>
                  <a:pt x="4797485" y="6719646"/>
                  <a:pt x="4785762" y="6714791"/>
                </a:cubicBezTo>
                <a:cubicBezTo>
                  <a:pt x="4739093" y="6695335"/>
                  <a:pt x="4713853" y="6742947"/>
                  <a:pt x="4677409" y="6754474"/>
                </a:cubicBezTo>
                <a:cubicBezTo>
                  <a:pt x="4644137" y="6764987"/>
                  <a:pt x="4616664" y="6781479"/>
                  <a:pt x="4590685" y="6734036"/>
                </a:cubicBezTo>
                <a:cubicBezTo>
                  <a:pt x="4579721" y="6714071"/>
                  <a:pt x="4544367" y="6710895"/>
                  <a:pt x="4512693" y="6696804"/>
                </a:cubicBezTo>
                <a:lnTo>
                  <a:pt x="4565990" y="6773167"/>
                </a:lnTo>
                <a:cubicBezTo>
                  <a:pt x="4550659" y="6780287"/>
                  <a:pt x="4537925" y="6786198"/>
                  <a:pt x="4519869" y="6794637"/>
                </a:cubicBezTo>
                <a:cubicBezTo>
                  <a:pt x="4521510" y="6736054"/>
                  <a:pt x="4483914" y="6754238"/>
                  <a:pt x="4455645" y="6747900"/>
                </a:cubicBezTo>
                <a:cubicBezTo>
                  <a:pt x="4455385" y="6759674"/>
                  <a:pt x="4455160" y="6771361"/>
                  <a:pt x="4454911" y="6783076"/>
                </a:cubicBezTo>
                <a:cubicBezTo>
                  <a:pt x="4451093" y="6785565"/>
                  <a:pt x="4447277" y="6788058"/>
                  <a:pt x="4443437" y="6790515"/>
                </a:cubicBezTo>
                <a:lnTo>
                  <a:pt x="4408641" y="6740662"/>
                </a:lnTo>
                <a:cubicBezTo>
                  <a:pt x="4346175" y="6756825"/>
                  <a:pt x="4290691" y="6705740"/>
                  <a:pt x="4233152" y="6696854"/>
                </a:cubicBezTo>
                <a:cubicBezTo>
                  <a:pt x="4233970" y="6678678"/>
                  <a:pt x="4234654" y="6663739"/>
                  <a:pt x="4235293" y="6648735"/>
                </a:cubicBezTo>
                <a:cubicBezTo>
                  <a:pt x="4223759" y="6653755"/>
                  <a:pt x="4211599" y="6664323"/>
                  <a:pt x="4200834" y="6662760"/>
                </a:cubicBezTo>
                <a:cubicBezTo>
                  <a:pt x="4172440" y="6658579"/>
                  <a:pt x="4143793" y="6651980"/>
                  <a:pt x="4116873" y="6641131"/>
                </a:cubicBezTo>
                <a:cubicBezTo>
                  <a:pt x="4066974" y="6621027"/>
                  <a:pt x="4018250" y="6597253"/>
                  <a:pt x="3969263" y="6574892"/>
                </a:cubicBezTo>
                <a:cubicBezTo>
                  <a:pt x="3963983" y="6584686"/>
                  <a:pt x="3958596" y="6594674"/>
                  <a:pt x="3947505" y="6615149"/>
                </a:cubicBezTo>
                <a:cubicBezTo>
                  <a:pt x="3943241" y="6580975"/>
                  <a:pt x="3940718" y="6560689"/>
                  <a:pt x="3937484" y="6534851"/>
                </a:cubicBezTo>
                <a:cubicBezTo>
                  <a:pt x="3921480" y="6545409"/>
                  <a:pt x="3909472" y="6553315"/>
                  <a:pt x="3891323" y="6565326"/>
                </a:cubicBezTo>
                <a:cubicBezTo>
                  <a:pt x="3896056" y="6545757"/>
                  <a:pt x="3899443" y="6531671"/>
                  <a:pt x="3902587" y="6518815"/>
                </a:cubicBezTo>
                <a:cubicBezTo>
                  <a:pt x="3877191" y="6524835"/>
                  <a:pt x="3852456" y="6530702"/>
                  <a:pt x="3827672" y="6536561"/>
                </a:cubicBezTo>
                <a:cubicBezTo>
                  <a:pt x="3825640" y="6532008"/>
                  <a:pt x="3823633" y="6527483"/>
                  <a:pt x="3821625" y="6522964"/>
                </a:cubicBezTo>
                <a:cubicBezTo>
                  <a:pt x="3829293" y="6506086"/>
                  <a:pt x="3836932" y="6489175"/>
                  <a:pt x="3844622" y="6472271"/>
                </a:cubicBezTo>
                <a:cubicBezTo>
                  <a:pt x="3843896" y="6472052"/>
                  <a:pt x="3801535" y="6510846"/>
                  <a:pt x="3798905" y="6514282"/>
                </a:cubicBezTo>
                <a:cubicBezTo>
                  <a:pt x="3798504" y="6492025"/>
                  <a:pt x="3798136" y="6472151"/>
                  <a:pt x="3797497" y="6437543"/>
                </a:cubicBezTo>
                <a:cubicBezTo>
                  <a:pt x="3782072" y="6457092"/>
                  <a:pt x="3773280" y="6468305"/>
                  <a:pt x="3762566" y="6481841"/>
                </a:cubicBezTo>
                <a:lnTo>
                  <a:pt x="3739114" y="6448238"/>
                </a:lnTo>
                <a:cubicBezTo>
                  <a:pt x="3724333" y="6457186"/>
                  <a:pt x="3711822" y="6464784"/>
                  <a:pt x="3710583" y="6465550"/>
                </a:cubicBezTo>
                <a:cubicBezTo>
                  <a:pt x="3667946" y="6438902"/>
                  <a:pt x="3633338" y="6417245"/>
                  <a:pt x="3594699" y="6393103"/>
                </a:cubicBezTo>
                <a:cubicBezTo>
                  <a:pt x="3604237" y="6382962"/>
                  <a:pt x="3612343" y="6374397"/>
                  <a:pt x="3628285" y="6357449"/>
                </a:cubicBezTo>
                <a:cubicBezTo>
                  <a:pt x="3608924" y="6357630"/>
                  <a:pt x="3599324" y="6357735"/>
                  <a:pt x="3589535" y="6357842"/>
                </a:cubicBezTo>
                <a:cubicBezTo>
                  <a:pt x="3586294" y="6344628"/>
                  <a:pt x="3583075" y="6331233"/>
                  <a:pt x="3576791" y="6305282"/>
                </a:cubicBezTo>
                <a:cubicBezTo>
                  <a:pt x="3563362" y="6344568"/>
                  <a:pt x="3553826" y="6372484"/>
                  <a:pt x="3544295" y="6400342"/>
                </a:cubicBezTo>
                <a:cubicBezTo>
                  <a:pt x="3540613" y="6398906"/>
                  <a:pt x="3536956" y="6397441"/>
                  <a:pt x="3533250" y="6395970"/>
                </a:cubicBezTo>
                <a:cubicBezTo>
                  <a:pt x="3536081" y="6377799"/>
                  <a:pt x="3539633" y="6359699"/>
                  <a:pt x="3541330" y="6341404"/>
                </a:cubicBezTo>
                <a:cubicBezTo>
                  <a:pt x="3541963" y="6334561"/>
                  <a:pt x="3539815" y="6323451"/>
                  <a:pt x="3535801" y="6321065"/>
                </a:cubicBezTo>
                <a:cubicBezTo>
                  <a:pt x="3531469" y="6318423"/>
                  <a:pt x="3523056" y="6322909"/>
                  <a:pt x="3516907" y="6325624"/>
                </a:cubicBezTo>
                <a:cubicBezTo>
                  <a:pt x="3504875" y="6331025"/>
                  <a:pt x="3493199" y="6337355"/>
                  <a:pt x="3481382" y="6343273"/>
                </a:cubicBezTo>
                <a:cubicBezTo>
                  <a:pt x="3477336" y="6332053"/>
                  <a:pt x="3468704" y="6320031"/>
                  <a:pt x="3470169" y="6309775"/>
                </a:cubicBezTo>
                <a:cubicBezTo>
                  <a:pt x="3475490" y="6271911"/>
                  <a:pt x="3462095" y="6246617"/>
                  <a:pt x="3430499" y="6229130"/>
                </a:cubicBezTo>
                <a:cubicBezTo>
                  <a:pt x="3421042" y="6235340"/>
                  <a:pt x="3408404" y="6243585"/>
                  <a:pt x="3392556" y="6253949"/>
                </a:cubicBezTo>
                <a:cubicBezTo>
                  <a:pt x="3391528" y="6239921"/>
                  <a:pt x="3390605" y="6227685"/>
                  <a:pt x="3389329" y="6210492"/>
                </a:cubicBezTo>
                <a:cubicBezTo>
                  <a:pt x="3376347" y="6216729"/>
                  <a:pt x="3364266" y="6222336"/>
                  <a:pt x="3352321" y="6228205"/>
                </a:cubicBezTo>
                <a:cubicBezTo>
                  <a:pt x="3339236" y="6234642"/>
                  <a:pt x="3320318" y="6250764"/>
                  <a:pt x="3314357" y="6246062"/>
                </a:cubicBezTo>
                <a:cubicBezTo>
                  <a:pt x="3301297" y="6235721"/>
                  <a:pt x="3293232" y="6215732"/>
                  <a:pt x="3286363" y="6198131"/>
                </a:cubicBezTo>
                <a:cubicBezTo>
                  <a:pt x="3282159" y="6187376"/>
                  <a:pt x="3283892" y="6173665"/>
                  <a:pt x="3282957" y="6161276"/>
                </a:cubicBezTo>
                <a:cubicBezTo>
                  <a:pt x="3277480" y="6161945"/>
                  <a:pt x="3272033" y="6162645"/>
                  <a:pt x="3266559" y="6163373"/>
                </a:cubicBezTo>
                <a:cubicBezTo>
                  <a:pt x="3268064" y="6177675"/>
                  <a:pt x="3269713" y="6191912"/>
                  <a:pt x="3270949" y="6206236"/>
                </a:cubicBezTo>
                <a:cubicBezTo>
                  <a:pt x="3271244" y="6209203"/>
                  <a:pt x="3269967" y="6212308"/>
                  <a:pt x="3269551" y="6214664"/>
                </a:cubicBezTo>
                <a:cubicBezTo>
                  <a:pt x="3206023" y="6207694"/>
                  <a:pt x="3177587" y="6155428"/>
                  <a:pt x="3140860" y="6096423"/>
                </a:cubicBezTo>
                <a:cubicBezTo>
                  <a:pt x="3136121" y="6117016"/>
                  <a:pt x="3131409" y="6137638"/>
                  <a:pt x="3126938" y="6157300"/>
                </a:cubicBezTo>
                <a:cubicBezTo>
                  <a:pt x="3110971" y="6137858"/>
                  <a:pt x="3094242" y="6117529"/>
                  <a:pt x="3076401" y="6095807"/>
                </a:cubicBezTo>
                <a:lnTo>
                  <a:pt x="3041302" y="6126615"/>
                </a:lnTo>
                <a:cubicBezTo>
                  <a:pt x="3035420" y="6114485"/>
                  <a:pt x="3031812" y="6102457"/>
                  <a:pt x="3024887" y="6093978"/>
                </a:cubicBezTo>
                <a:cubicBezTo>
                  <a:pt x="3015499" y="6082513"/>
                  <a:pt x="3003999" y="6066238"/>
                  <a:pt x="2992567" y="6065368"/>
                </a:cubicBezTo>
                <a:cubicBezTo>
                  <a:pt x="2959289" y="6062840"/>
                  <a:pt x="2935616" y="6053760"/>
                  <a:pt x="2918406" y="6016610"/>
                </a:cubicBezTo>
                <a:cubicBezTo>
                  <a:pt x="2909547" y="5997537"/>
                  <a:pt x="2881938" y="5989335"/>
                  <a:pt x="2859411" y="5973874"/>
                </a:cubicBezTo>
                <a:cubicBezTo>
                  <a:pt x="2865047" y="5963831"/>
                  <a:pt x="2873008" y="5949643"/>
                  <a:pt x="2880946" y="5935424"/>
                </a:cubicBezTo>
                <a:cubicBezTo>
                  <a:pt x="2847051" y="5970226"/>
                  <a:pt x="2809915" y="5976988"/>
                  <a:pt x="2760562" y="5962472"/>
                </a:cubicBezTo>
                <a:cubicBezTo>
                  <a:pt x="2772629" y="5947099"/>
                  <a:pt x="2779652" y="5938087"/>
                  <a:pt x="2790782" y="5923915"/>
                </a:cubicBezTo>
                <a:cubicBezTo>
                  <a:pt x="2771390" y="5925363"/>
                  <a:pt x="2757020" y="5927827"/>
                  <a:pt x="2742826" y="5927183"/>
                </a:cubicBezTo>
                <a:cubicBezTo>
                  <a:pt x="2729784" y="5926543"/>
                  <a:pt x="2707526" y="5926210"/>
                  <a:pt x="2705487" y="5919514"/>
                </a:cubicBezTo>
                <a:cubicBezTo>
                  <a:pt x="2691073" y="5872447"/>
                  <a:pt x="2648608" y="5864236"/>
                  <a:pt x="2620289" y="5837110"/>
                </a:cubicBezTo>
                <a:cubicBezTo>
                  <a:pt x="2613008" y="5830177"/>
                  <a:pt x="2600067" y="5830639"/>
                  <a:pt x="2582729" y="5825767"/>
                </a:cubicBezTo>
                <a:cubicBezTo>
                  <a:pt x="2586889" y="5806543"/>
                  <a:pt x="2592058" y="5782730"/>
                  <a:pt x="2597841" y="5755957"/>
                </a:cubicBezTo>
                <a:cubicBezTo>
                  <a:pt x="2557808" y="5740934"/>
                  <a:pt x="2551656" y="5784193"/>
                  <a:pt x="2533413" y="5814386"/>
                </a:cubicBezTo>
                <a:cubicBezTo>
                  <a:pt x="2517771" y="5787515"/>
                  <a:pt x="2503462" y="5762964"/>
                  <a:pt x="2489223" y="5738516"/>
                </a:cubicBezTo>
                <a:cubicBezTo>
                  <a:pt x="2479508" y="5746078"/>
                  <a:pt x="2467690" y="5755217"/>
                  <a:pt x="2455917" y="5764424"/>
                </a:cubicBezTo>
                <a:cubicBezTo>
                  <a:pt x="2451240" y="5761972"/>
                  <a:pt x="2446586" y="5759562"/>
                  <a:pt x="2441901" y="5757172"/>
                </a:cubicBezTo>
                <a:cubicBezTo>
                  <a:pt x="2451236" y="5730885"/>
                  <a:pt x="2460566" y="5704597"/>
                  <a:pt x="2470946" y="5675347"/>
                </a:cubicBezTo>
                <a:cubicBezTo>
                  <a:pt x="2438263" y="5686364"/>
                  <a:pt x="2409130" y="5696149"/>
                  <a:pt x="2380015" y="5705968"/>
                </a:cubicBezTo>
                <a:cubicBezTo>
                  <a:pt x="2376811" y="5699866"/>
                  <a:pt x="2373599" y="5693823"/>
                  <a:pt x="2370386" y="5687779"/>
                </a:cubicBezTo>
                <a:cubicBezTo>
                  <a:pt x="2377372" y="5677137"/>
                  <a:pt x="2386096" y="5667333"/>
                  <a:pt x="2390818" y="5655507"/>
                </a:cubicBezTo>
                <a:cubicBezTo>
                  <a:pt x="2395041" y="5645092"/>
                  <a:pt x="2394733" y="5632366"/>
                  <a:pt x="2396455" y="5620700"/>
                </a:cubicBezTo>
                <a:cubicBezTo>
                  <a:pt x="2388165" y="5625563"/>
                  <a:pt x="2377266" y="5628201"/>
                  <a:pt x="2372118" y="5635780"/>
                </a:cubicBezTo>
                <a:cubicBezTo>
                  <a:pt x="2361102" y="5651838"/>
                  <a:pt x="2353080" y="5670533"/>
                  <a:pt x="2337877" y="5699456"/>
                </a:cubicBezTo>
                <a:cubicBezTo>
                  <a:pt x="2335689" y="5672644"/>
                  <a:pt x="2333871" y="5649804"/>
                  <a:pt x="2332441" y="5631834"/>
                </a:cubicBezTo>
                <a:cubicBezTo>
                  <a:pt x="2313271" y="5630239"/>
                  <a:pt x="2292998" y="5633369"/>
                  <a:pt x="2276803" y="5625674"/>
                </a:cubicBezTo>
                <a:cubicBezTo>
                  <a:pt x="2262704" y="5618988"/>
                  <a:pt x="2253189" y="5600004"/>
                  <a:pt x="2237870" y="5582030"/>
                </a:cubicBezTo>
                <a:cubicBezTo>
                  <a:pt x="2240007" y="5578919"/>
                  <a:pt x="2248420" y="5571214"/>
                  <a:pt x="2250751" y="5561652"/>
                </a:cubicBezTo>
                <a:cubicBezTo>
                  <a:pt x="2252233" y="5555677"/>
                  <a:pt x="2244504" y="5546939"/>
                  <a:pt x="2240940" y="5539434"/>
                </a:cubicBezTo>
                <a:cubicBezTo>
                  <a:pt x="2213972" y="5572773"/>
                  <a:pt x="2182057" y="5523882"/>
                  <a:pt x="2153958" y="5550322"/>
                </a:cubicBezTo>
                <a:cubicBezTo>
                  <a:pt x="2158670" y="5508427"/>
                  <a:pt x="2120486" y="5476698"/>
                  <a:pt x="2048993" y="5464908"/>
                </a:cubicBezTo>
                <a:cubicBezTo>
                  <a:pt x="2071722" y="5422614"/>
                  <a:pt x="2092437" y="5384027"/>
                  <a:pt x="2114955" y="5342188"/>
                </a:cubicBezTo>
                <a:cubicBezTo>
                  <a:pt x="2080666" y="5354944"/>
                  <a:pt x="2047952" y="5367222"/>
                  <a:pt x="2015249" y="5379440"/>
                </a:cubicBezTo>
                <a:cubicBezTo>
                  <a:pt x="2014255" y="5375481"/>
                  <a:pt x="2013209" y="5371512"/>
                  <a:pt x="2012216" y="5367545"/>
                </a:cubicBezTo>
                <a:cubicBezTo>
                  <a:pt x="2029337" y="5357355"/>
                  <a:pt x="2046476" y="5347199"/>
                  <a:pt x="2066295" y="5335385"/>
                </a:cubicBezTo>
                <a:cubicBezTo>
                  <a:pt x="2056581" y="5321466"/>
                  <a:pt x="2050418" y="5309690"/>
                  <a:pt x="2041779" y="5300944"/>
                </a:cubicBezTo>
                <a:cubicBezTo>
                  <a:pt x="2030019" y="5289036"/>
                  <a:pt x="2028481" y="5253005"/>
                  <a:pt x="1998111" y="5278105"/>
                </a:cubicBezTo>
                <a:cubicBezTo>
                  <a:pt x="1992856" y="5282447"/>
                  <a:pt x="1972366" y="5263592"/>
                  <a:pt x="1954494" y="5252803"/>
                </a:cubicBezTo>
                <a:lnTo>
                  <a:pt x="1984932" y="5226086"/>
                </a:lnTo>
                <a:cubicBezTo>
                  <a:pt x="1977318" y="5198026"/>
                  <a:pt x="1970167" y="5171652"/>
                  <a:pt x="1963007" y="5145337"/>
                </a:cubicBezTo>
                <a:cubicBezTo>
                  <a:pt x="2002550" y="5167552"/>
                  <a:pt x="1999144" y="5239446"/>
                  <a:pt x="2058583" y="5231849"/>
                </a:cubicBezTo>
                <a:cubicBezTo>
                  <a:pt x="2047657" y="5214748"/>
                  <a:pt x="2030741" y="5199573"/>
                  <a:pt x="2032489" y="5187945"/>
                </a:cubicBezTo>
                <a:cubicBezTo>
                  <a:pt x="2033572" y="5180951"/>
                  <a:pt x="2038150" y="5173429"/>
                  <a:pt x="2044132" y="5166904"/>
                </a:cubicBezTo>
                <a:lnTo>
                  <a:pt x="2047473" y="5164397"/>
                </a:lnTo>
                <a:lnTo>
                  <a:pt x="1932826" y="5056252"/>
                </a:lnTo>
                <a:cubicBezTo>
                  <a:pt x="1925076" y="5063698"/>
                  <a:pt x="1917170" y="5071290"/>
                  <a:pt x="1900917" y="5086837"/>
                </a:cubicBezTo>
                <a:cubicBezTo>
                  <a:pt x="1906416" y="5052886"/>
                  <a:pt x="1909687" y="5032734"/>
                  <a:pt x="1913836" y="5007061"/>
                </a:cubicBezTo>
                <a:cubicBezTo>
                  <a:pt x="1895688" y="5011464"/>
                  <a:pt x="1882076" y="5014754"/>
                  <a:pt x="1861485" y="5019783"/>
                </a:cubicBezTo>
                <a:cubicBezTo>
                  <a:pt x="1871447" y="5002862"/>
                  <a:pt x="1878600" y="4990675"/>
                  <a:pt x="1885177" y="4979571"/>
                </a:cubicBezTo>
                <a:cubicBezTo>
                  <a:pt x="1859378" y="4976363"/>
                  <a:pt x="1834249" y="4973244"/>
                  <a:pt x="1809075" y="4970100"/>
                </a:cubicBezTo>
                <a:cubicBezTo>
                  <a:pt x="1808418" y="4965061"/>
                  <a:pt x="1807777" y="4960059"/>
                  <a:pt x="1807132" y="4955063"/>
                </a:cubicBezTo>
                <a:cubicBezTo>
                  <a:pt x="1819130" y="4941728"/>
                  <a:pt x="1831109" y="4928354"/>
                  <a:pt x="1843135" y="4915004"/>
                </a:cubicBezTo>
                <a:cubicBezTo>
                  <a:pt x="1842505" y="4914540"/>
                  <a:pt x="1791439" y="4936496"/>
                  <a:pt x="1787982" y="4938834"/>
                </a:cubicBezTo>
                <a:cubicBezTo>
                  <a:pt x="1793819" y="4917558"/>
                  <a:pt x="1799024" y="4898555"/>
                  <a:pt x="1808086" y="4865464"/>
                </a:cubicBezTo>
                <a:cubicBezTo>
                  <a:pt x="1787975" y="4878610"/>
                  <a:pt x="1776494" y="4886168"/>
                  <a:pt x="1762537" y="4895258"/>
                </a:cubicBezTo>
                <a:lnTo>
                  <a:pt x="1749654" y="4855106"/>
                </a:lnTo>
                <a:cubicBezTo>
                  <a:pt x="1733118" y="4858410"/>
                  <a:pt x="1719115" y="4861229"/>
                  <a:pt x="1717724" y="4861522"/>
                </a:cubicBezTo>
                <a:cubicBezTo>
                  <a:pt x="1684679" y="4821234"/>
                  <a:pt x="1657866" y="4788507"/>
                  <a:pt x="1627916" y="4752004"/>
                </a:cubicBezTo>
                <a:cubicBezTo>
                  <a:pt x="1639808" y="4745724"/>
                  <a:pt x="1649898" y="4740440"/>
                  <a:pt x="1669775" y="4729948"/>
                </a:cubicBezTo>
                <a:cubicBezTo>
                  <a:pt x="1651337" y="4723316"/>
                  <a:pt x="1642191" y="4720043"/>
                  <a:pt x="1632864" y="4716705"/>
                </a:cubicBezTo>
                <a:cubicBezTo>
                  <a:pt x="1633481" y="4703017"/>
                  <a:pt x="1634165" y="4689165"/>
                  <a:pt x="1635449" y="4662313"/>
                </a:cubicBezTo>
                <a:cubicBezTo>
                  <a:pt x="1611719" y="4694902"/>
                  <a:pt x="1594864" y="4718062"/>
                  <a:pt x="1578029" y="4741167"/>
                </a:cubicBezTo>
                <a:cubicBezTo>
                  <a:pt x="1574933" y="4738509"/>
                  <a:pt x="1571870" y="4735834"/>
                  <a:pt x="1568760" y="4733134"/>
                </a:cubicBezTo>
                <a:cubicBezTo>
                  <a:pt x="1576528" y="4716873"/>
                  <a:pt x="1584958" y="4700934"/>
                  <a:pt x="1591679" y="4684156"/>
                </a:cubicBezTo>
                <a:cubicBezTo>
                  <a:pt x="1594194" y="4677879"/>
                  <a:pt x="1595258" y="4666575"/>
                  <a:pt x="1592113" y="4662898"/>
                </a:cubicBezTo>
                <a:cubicBezTo>
                  <a:pt x="1588736" y="4658867"/>
                  <a:pt x="1579495" y="4660172"/>
                  <a:pt x="1572897" y="4660587"/>
                </a:cubicBezTo>
                <a:cubicBezTo>
                  <a:pt x="1559961" y="4661490"/>
                  <a:pt x="1547104" y="4663398"/>
                  <a:pt x="1534229" y="4664867"/>
                </a:cubicBezTo>
                <a:cubicBezTo>
                  <a:pt x="1533522" y="4652789"/>
                  <a:pt x="1528684" y="4638339"/>
                  <a:pt x="1532939" y="4629115"/>
                </a:cubicBezTo>
                <a:cubicBezTo>
                  <a:pt x="1548574" y="4595028"/>
                  <a:pt x="1542920" y="4566300"/>
                  <a:pt x="1517801" y="4538592"/>
                </a:cubicBezTo>
                <a:cubicBezTo>
                  <a:pt x="1507085" y="4541166"/>
                  <a:pt x="1492781" y="4544555"/>
                  <a:pt x="1474835" y="4548829"/>
                </a:cubicBezTo>
                <a:cubicBezTo>
                  <a:pt x="1477777" y="4535146"/>
                  <a:pt x="1480321" y="4523202"/>
                  <a:pt x="1483912" y="4506427"/>
                </a:cubicBezTo>
                <a:cubicBezTo>
                  <a:pt x="1469840" y="4507787"/>
                  <a:pt x="1456802" y="4508867"/>
                  <a:pt x="1443817" y="4510243"/>
                </a:cubicBezTo>
                <a:cubicBezTo>
                  <a:pt x="1429593" y="4511759"/>
                  <a:pt x="1407123" y="4520421"/>
                  <a:pt x="1402775" y="4513861"/>
                </a:cubicBezTo>
                <a:cubicBezTo>
                  <a:pt x="1393263" y="4499453"/>
                  <a:pt x="1391190" y="4477636"/>
                  <a:pt x="1389584" y="4458508"/>
                </a:cubicBezTo>
                <a:cubicBezTo>
                  <a:pt x="1388597" y="4446817"/>
                  <a:pt x="1394074" y="4434406"/>
                  <a:pt x="1396647" y="4422311"/>
                </a:cubicBezTo>
                <a:cubicBezTo>
                  <a:pt x="1391260" y="4421022"/>
                  <a:pt x="1385890" y="4419773"/>
                  <a:pt x="1380488" y="4418541"/>
                </a:cubicBezTo>
                <a:cubicBezTo>
                  <a:pt x="1377921" y="4432652"/>
                  <a:pt x="1375512" y="4446752"/>
                  <a:pt x="1372682" y="4460789"/>
                </a:cubicBezTo>
                <a:cubicBezTo>
                  <a:pt x="1372133" y="4463710"/>
                  <a:pt x="1370053" y="4466209"/>
                  <a:pt x="1368999" y="4468300"/>
                </a:cubicBezTo>
                <a:cubicBezTo>
                  <a:pt x="1310618" y="4439360"/>
                  <a:pt x="1298218" y="4379734"/>
                  <a:pt x="1279826" y="4310794"/>
                </a:cubicBezTo>
                <a:cubicBezTo>
                  <a:pt x="1269574" y="4328686"/>
                  <a:pt x="1259337" y="4346614"/>
                  <a:pt x="1249596" y="4363714"/>
                </a:cubicBezTo>
                <a:cubicBezTo>
                  <a:pt x="1239864" y="4339641"/>
                  <a:pt x="1229658" y="4314457"/>
                  <a:pt x="1218786" y="4287560"/>
                </a:cubicBezTo>
                <a:lnTo>
                  <a:pt x="1176847" y="4304484"/>
                </a:lnTo>
                <a:cubicBezTo>
                  <a:pt x="1174649" y="4290898"/>
                  <a:pt x="1174584" y="4278208"/>
                  <a:pt x="1170377" y="4267722"/>
                </a:cubicBezTo>
                <a:cubicBezTo>
                  <a:pt x="1164664" y="4253536"/>
                  <a:pt x="1158291" y="4234038"/>
                  <a:pt x="1147678" y="4229196"/>
                </a:cubicBezTo>
                <a:cubicBezTo>
                  <a:pt x="1116781" y="4215103"/>
                  <a:pt x="1096838" y="4198160"/>
                  <a:pt x="1090874" y="4156835"/>
                </a:cubicBezTo>
                <a:cubicBezTo>
                  <a:pt x="1087790" y="4135609"/>
                  <a:pt x="1063863" y="4118119"/>
                  <a:pt x="1046791" y="4095521"/>
                </a:cubicBezTo>
                <a:cubicBezTo>
                  <a:pt x="1054949" y="4087965"/>
                  <a:pt x="1066474" y="4077288"/>
                  <a:pt x="1077986" y="4066575"/>
                </a:cubicBezTo>
                <a:cubicBezTo>
                  <a:pt x="1036073" y="4087715"/>
                  <a:pt x="998918" y="4081088"/>
                  <a:pt x="956107" y="4049960"/>
                </a:cubicBezTo>
                <a:cubicBezTo>
                  <a:pt x="971860" y="4039601"/>
                  <a:pt x="981048" y="4033511"/>
                  <a:pt x="995576" y="4023964"/>
                </a:cubicBezTo>
                <a:cubicBezTo>
                  <a:pt x="976756" y="4018525"/>
                  <a:pt x="962423" y="4015816"/>
                  <a:pt x="949123" y="4010217"/>
                </a:cubicBezTo>
                <a:cubicBezTo>
                  <a:pt x="936917" y="4005024"/>
                  <a:pt x="915872" y="3996888"/>
                  <a:pt x="915807" y="3989814"/>
                </a:cubicBezTo>
                <a:cubicBezTo>
                  <a:pt x="915269" y="3940051"/>
                  <a:pt x="877239" y="3917333"/>
                  <a:pt x="857924" y="3881622"/>
                </a:cubicBezTo>
                <a:cubicBezTo>
                  <a:pt x="852946" y="3872481"/>
                  <a:pt x="840527" y="3868370"/>
                  <a:pt x="825425" y="3857652"/>
                </a:cubicBezTo>
                <a:cubicBezTo>
                  <a:pt x="834745" y="3840859"/>
                  <a:pt x="846308" y="3820060"/>
                  <a:pt x="859281" y="3796668"/>
                </a:cubicBezTo>
                <a:cubicBezTo>
                  <a:pt x="825461" y="3768335"/>
                  <a:pt x="807533" y="3807253"/>
                  <a:pt x="781772" y="3829516"/>
                </a:cubicBezTo>
                <a:cubicBezTo>
                  <a:pt x="774425" y="3798502"/>
                  <a:pt x="767695" y="3770160"/>
                  <a:pt x="761004" y="3741939"/>
                </a:cubicBezTo>
                <a:cubicBezTo>
                  <a:pt x="749667" y="3745707"/>
                  <a:pt x="735891" y="3750233"/>
                  <a:pt x="722137" y="3754839"/>
                </a:cubicBezTo>
                <a:cubicBezTo>
                  <a:pt x="718381" y="3750867"/>
                  <a:pt x="714635" y="3746942"/>
                  <a:pt x="710854" y="3743028"/>
                </a:cubicBezTo>
                <a:cubicBezTo>
                  <a:pt x="727064" y="3721345"/>
                  <a:pt x="743269" y="3699660"/>
                  <a:pt x="761298" y="3675530"/>
                </a:cubicBezTo>
                <a:cubicBezTo>
                  <a:pt x="727183" y="3674508"/>
                  <a:pt x="696782" y="3673563"/>
                  <a:pt x="666390" y="3672657"/>
                </a:cubicBezTo>
                <a:cubicBezTo>
                  <a:pt x="665054" y="3665737"/>
                  <a:pt x="663691" y="3658869"/>
                  <a:pt x="662329" y="3652001"/>
                </a:cubicBezTo>
                <a:cubicBezTo>
                  <a:pt x="671937" y="3644349"/>
                  <a:pt x="682960" y="3638103"/>
                  <a:pt x="690750" y="3628534"/>
                </a:cubicBezTo>
                <a:cubicBezTo>
                  <a:pt x="697669" y="3620126"/>
                  <a:pt x="700931" y="3607933"/>
                  <a:pt x="705827" y="3597460"/>
                </a:cubicBezTo>
                <a:cubicBezTo>
                  <a:pt x="696595" y="3599165"/>
                  <a:pt x="685508" y="3597840"/>
                  <a:pt x="678502" y="3603230"/>
                </a:cubicBezTo>
                <a:cubicBezTo>
                  <a:pt x="663555" y="3614607"/>
                  <a:pt x="650713" y="3629543"/>
                  <a:pt x="628194" y="3651667"/>
                </a:cubicBezTo>
                <a:cubicBezTo>
                  <a:pt x="633608" y="3625436"/>
                  <a:pt x="638264" y="3603108"/>
                  <a:pt x="641925" y="3585540"/>
                </a:cubicBezTo>
                <a:cubicBezTo>
                  <a:pt x="624168" y="3577290"/>
                  <a:pt x="604040" y="3573139"/>
                  <a:pt x="590810" y="3560140"/>
                </a:cubicBezTo>
                <a:cubicBezTo>
                  <a:pt x="579289" y="3548836"/>
                  <a:pt x="575559" y="3527465"/>
                  <a:pt x="566032" y="3505013"/>
                </a:cubicBezTo>
                <a:cubicBezTo>
                  <a:pt x="568931" y="3502809"/>
                  <a:pt x="579074" y="3498449"/>
                  <a:pt x="583958" y="3490187"/>
                </a:cubicBezTo>
                <a:cubicBezTo>
                  <a:pt x="587035" y="3485034"/>
                  <a:pt x="582137" y="3474020"/>
                  <a:pt x="580850" y="3465641"/>
                </a:cubicBezTo>
                <a:cubicBezTo>
                  <a:pt x="545925" y="3487826"/>
                  <a:pt x="529277" y="3430182"/>
                  <a:pt x="495206" y="3445417"/>
                </a:cubicBezTo>
                <a:cubicBezTo>
                  <a:pt x="511385" y="3407288"/>
                  <a:pt x="483990" y="3363739"/>
                  <a:pt x="419391" y="3327422"/>
                </a:cubicBezTo>
                <a:cubicBezTo>
                  <a:pt x="452793" y="3295245"/>
                  <a:pt x="483247" y="3265880"/>
                  <a:pt x="516321" y="3234059"/>
                </a:cubicBezTo>
                <a:cubicBezTo>
                  <a:pt x="480194" y="3234123"/>
                  <a:pt x="445697" y="3234289"/>
                  <a:pt x="411227" y="3234401"/>
                </a:cubicBezTo>
                <a:cubicBezTo>
                  <a:pt x="411388" y="3230292"/>
                  <a:pt x="411504" y="3226155"/>
                  <a:pt x="411670" y="3222039"/>
                </a:cubicBezTo>
                <a:cubicBezTo>
                  <a:pt x="430776" y="3218378"/>
                  <a:pt x="449890" y="3214756"/>
                  <a:pt x="472012" y="3210500"/>
                </a:cubicBezTo>
                <a:cubicBezTo>
                  <a:pt x="466676" y="3193870"/>
                  <a:pt x="464113" y="3180521"/>
                  <a:pt x="458354" y="3169181"/>
                </a:cubicBezTo>
                <a:cubicBezTo>
                  <a:pt x="450514" y="3153739"/>
                  <a:pt x="459120" y="3118982"/>
                  <a:pt x="423266" y="3132148"/>
                </a:cubicBezTo>
                <a:cubicBezTo>
                  <a:pt x="417061" y="3134424"/>
                  <a:pt x="402872" y="3109319"/>
                  <a:pt x="388915" y="3092793"/>
                </a:cubicBezTo>
                <a:lnTo>
                  <a:pt x="425285" y="3078116"/>
                </a:lnTo>
                <a:cubicBezTo>
                  <a:pt x="425894" y="3048795"/>
                  <a:pt x="426473" y="3021237"/>
                  <a:pt x="427026" y="2993730"/>
                </a:cubicBezTo>
                <a:cubicBezTo>
                  <a:pt x="458371" y="3028721"/>
                  <a:pt x="435048" y="3095798"/>
                  <a:pt x="493617" y="3109469"/>
                </a:cubicBezTo>
                <a:cubicBezTo>
                  <a:pt x="488020" y="3089390"/>
                  <a:pt x="476195" y="3069035"/>
                  <a:pt x="481105" y="3058608"/>
                </a:cubicBezTo>
                <a:cubicBezTo>
                  <a:pt x="487067" y="3046086"/>
                  <a:pt x="506904" y="3036466"/>
                  <a:pt x="521294" y="3035468"/>
                </a:cubicBezTo>
                <a:cubicBezTo>
                  <a:pt x="552618" y="3033299"/>
                  <a:pt x="584232" y="3037397"/>
                  <a:pt x="618279" y="3028961"/>
                </a:cubicBezTo>
                <a:cubicBezTo>
                  <a:pt x="601735" y="3024987"/>
                  <a:pt x="585347" y="3018879"/>
                  <a:pt x="568642" y="3017528"/>
                </a:cubicBezTo>
                <a:cubicBezTo>
                  <a:pt x="538458" y="3015147"/>
                  <a:pt x="531829" y="3002722"/>
                  <a:pt x="538063" y="2968072"/>
                </a:cubicBezTo>
                <a:cubicBezTo>
                  <a:pt x="542779" y="2941671"/>
                  <a:pt x="532679" y="2911952"/>
                  <a:pt x="527936" y="2873551"/>
                </a:cubicBezTo>
                <a:cubicBezTo>
                  <a:pt x="542909" y="2855146"/>
                  <a:pt x="565522" y="2827326"/>
                  <a:pt x="590244" y="2796947"/>
                </a:cubicBezTo>
                <a:cubicBezTo>
                  <a:pt x="572896" y="2786102"/>
                  <a:pt x="558280" y="2776901"/>
                  <a:pt x="535012" y="2762334"/>
                </a:cubicBezTo>
                <a:cubicBezTo>
                  <a:pt x="537267" y="2784479"/>
                  <a:pt x="539129" y="2802649"/>
                  <a:pt x="541105" y="2822170"/>
                </a:cubicBezTo>
                <a:cubicBezTo>
                  <a:pt x="520660" y="2805292"/>
                  <a:pt x="491327" y="2796189"/>
                  <a:pt x="521063" y="2756591"/>
                </a:cubicBezTo>
                <a:cubicBezTo>
                  <a:pt x="525219" y="2751049"/>
                  <a:pt x="511960" y="2720849"/>
                  <a:pt x="500609" y="2710821"/>
                </a:cubicBezTo>
                <a:cubicBezTo>
                  <a:pt x="482291" y="2694710"/>
                  <a:pt x="467299" y="2643858"/>
                  <a:pt x="435702" y="2697145"/>
                </a:cubicBezTo>
                <a:cubicBezTo>
                  <a:pt x="416522" y="2650862"/>
                  <a:pt x="416522" y="2650862"/>
                  <a:pt x="484437" y="2623821"/>
                </a:cubicBezTo>
                <a:cubicBezTo>
                  <a:pt x="442204" y="2611243"/>
                  <a:pt x="403073" y="2599573"/>
                  <a:pt x="357022" y="2585837"/>
                </a:cubicBezTo>
                <a:cubicBezTo>
                  <a:pt x="379056" y="2558698"/>
                  <a:pt x="396763" y="2536950"/>
                  <a:pt x="416507" y="2512666"/>
                </a:cubicBezTo>
                <a:cubicBezTo>
                  <a:pt x="425741" y="2520580"/>
                  <a:pt x="436091" y="2529483"/>
                  <a:pt x="448216" y="2539917"/>
                </a:cubicBezTo>
                <a:cubicBezTo>
                  <a:pt x="434860" y="2548137"/>
                  <a:pt x="424086" y="2554778"/>
                  <a:pt x="400380" y="2569332"/>
                </a:cubicBezTo>
                <a:cubicBezTo>
                  <a:pt x="437726" y="2583296"/>
                  <a:pt x="463588" y="2592951"/>
                  <a:pt x="485400" y="2601094"/>
                </a:cubicBezTo>
                <a:cubicBezTo>
                  <a:pt x="494508" y="2575529"/>
                  <a:pt x="501573" y="2555824"/>
                  <a:pt x="512203" y="2526007"/>
                </a:cubicBezTo>
                <a:cubicBezTo>
                  <a:pt x="492911" y="2535948"/>
                  <a:pt x="479563" y="2542816"/>
                  <a:pt x="460273" y="2552761"/>
                </a:cubicBezTo>
                <a:cubicBezTo>
                  <a:pt x="467737" y="2478603"/>
                  <a:pt x="426538" y="2448754"/>
                  <a:pt x="372211" y="2422584"/>
                </a:cubicBezTo>
                <a:cubicBezTo>
                  <a:pt x="392819" y="2421729"/>
                  <a:pt x="413378" y="2420850"/>
                  <a:pt x="433864" y="2419996"/>
                </a:cubicBezTo>
                <a:cubicBezTo>
                  <a:pt x="438494" y="2396961"/>
                  <a:pt x="440543" y="2365124"/>
                  <a:pt x="451437" y="2337625"/>
                </a:cubicBezTo>
                <a:cubicBezTo>
                  <a:pt x="467011" y="2298354"/>
                  <a:pt x="488248" y="2297334"/>
                  <a:pt x="515787" y="2328830"/>
                </a:cubicBezTo>
                <a:cubicBezTo>
                  <a:pt x="537999" y="2354336"/>
                  <a:pt x="537999" y="2354336"/>
                  <a:pt x="567345" y="2329504"/>
                </a:cubicBezTo>
                <a:cubicBezTo>
                  <a:pt x="552232" y="2308146"/>
                  <a:pt x="537037" y="2286635"/>
                  <a:pt x="522415" y="2265927"/>
                </a:cubicBezTo>
                <a:cubicBezTo>
                  <a:pt x="534917" y="2242815"/>
                  <a:pt x="546189" y="2221861"/>
                  <a:pt x="557509" y="2200933"/>
                </a:cubicBezTo>
                <a:cubicBezTo>
                  <a:pt x="555216" y="2197409"/>
                  <a:pt x="552925" y="2193884"/>
                  <a:pt x="550620" y="2190322"/>
                </a:cubicBezTo>
                <a:cubicBezTo>
                  <a:pt x="535617" y="2200778"/>
                  <a:pt x="520620" y="2211238"/>
                  <a:pt x="501139" y="2224851"/>
                </a:cubicBezTo>
                <a:cubicBezTo>
                  <a:pt x="507895" y="2210436"/>
                  <a:pt x="511549" y="2190220"/>
                  <a:pt x="519176" y="2188132"/>
                </a:cubicBezTo>
                <a:cubicBezTo>
                  <a:pt x="567965" y="2174693"/>
                  <a:pt x="558282" y="2143140"/>
                  <a:pt x="538115" y="2106513"/>
                </a:cubicBezTo>
                <a:cubicBezTo>
                  <a:pt x="541552" y="2104989"/>
                  <a:pt x="544994" y="2103468"/>
                  <a:pt x="548467" y="2101929"/>
                </a:cubicBezTo>
                <a:cubicBezTo>
                  <a:pt x="557002" y="2114038"/>
                  <a:pt x="565535" y="2126142"/>
                  <a:pt x="576933" y="2142309"/>
                </a:cubicBezTo>
                <a:cubicBezTo>
                  <a:pt x="577971" y="2131552"/>
                  <a:pt x="581771" y="2119907"/>
                  <a:pt x="578921" y="2117281"/>
                </a:cubicBezTo>
                <a:cubicBezTo>
                  <a:pt x="540224" y="2081616"/>
                  <a:pt x="547363" y="2020305"/>
                  <a:pt x="517201" y="1980883"/>
                </a:cubicBezTo>
                <a:cubicBezTo>
                  <a:pt x="510010" y="1971469"/>
                  <a:pt x="496176" y="1968558"/>
                  <a:pt x="480391" y="1959961"/>
                </a:cubicBezTo>
                <a:cubicBezTo>
                  <a:pt x="482609" y="1954258"/>
                  <a:pt x="489345" y="1937157"/>
                  <a:pt x="499807" y="1910687"/>
                </a:cubicBezTo>
                <a:cubicBezTo>
                  <a:pt x="477718" y="1911913"/>
                  <a:pt x="459094" y="1912956"/>
                  <a:pt x="440782" y="1913965"/>
                </a:cubicBezTo>
                <a:cubicBezTo>
                  <a:pt x="432446" y="1896968"/>
                  <a:pt x="422645" y="1874674"/>
                  <a:pt x="410055" y="1854543"/>
                </a:cubicBezTo>
                <a:cubicBezTo>
                  <a:pt x="408771" y="1852546"/>
                  <a:pt x="390651" y="1863765"/>
                  <a:pt x="377626" y="1870144"/>
                </a:cubicBezTo>
                <a:cubicBezTo>
                  <a:pt x="343182" y="1842108"/>
                  <a:pt x="365521" y="1801814"/>
                  <a:pt x="363400" y="1766852"/>
                </a:cubicBezTo>
                <a:cubicBezTo>
                  <a:pt x="341580" y="1772915"/>
                  <a:pt x="318229" y="1779328"/>
                  <a:pt x="294875" y="1785737"/>
                </a:cubicBezTo>
                <a:cubicBezTo>
                  <a:pt x="293285" y="1781164"/>
                  <a:pt x="291734" y="1776575"/>
                  <a:pt x="290182" y="1771993"/>
                </a:cubicBezTo>
                <a:cubicBezTo>
                  <a:pt x="301351" y="1763079"/>
                  <a:pt x="312528" y="1754076"/>
                  <a:pt x="317597" y="1750007"/>
                </a:cubicBezTo>
                <a:cubicBezTo>
                  <a:pt x="305174" y="1723155"/>
                  <a:pt x="295536" y="1702234"/>
                  <a:pt x="286260" y="1682200"/>
                </a:cubicBezTo>
                <a:cubicBezTo>
                  <a:pt x="261968" y="1671194"/>
                  <a:pt x="232336" y="1659152"/>
                  <a:pt x="203756" y="1644525"/>
                </a:cubicBezTo>
                <a:cubicBezTo>
                  <a:pt x="164736" y="1624588"/>
                  <a:pt x="171009" y="1582686"/>
                  <a:pt x="166810" y="1534132"/>
                </a:cubicBezTo>
                <a:cubicBezTo>
                  <a:pt x="189579" y="1543143"/>
                  <a:pt x="207986" y="1550415"/>
                  <a:pt x="231331" y="1559600"/>
                </a:cubicBezTo>
                <a:lnTo>
                  <a:pt x="209537" y="1491675"/>
                </a:lnTo>
                <a:cubicBezTo>
                  <a:pt x="211062" y="1480811"/>
                  <a:pt x="213936" y="1459922"/>
                  <a:pt x="216847" y="1439015"/>
                </a:cubicBezTo>
                <a:cubicBezTo>
                  <a:pt x="200315" y="1438452"/>
                  <a:pt x="183804" y="1437835"/>
                  <a:pt x="167104" y="1437246"/>
                </a:cubicBezTo>
                <a:cubicBezTo>
                  <a:pt x="152072" y="1423625"/>
                  <a:pt x="134731" y="1407927"/>
                  <a:pt x="114058" y="1389211"/>
                </a:cubicBezTo>
                <a:cubicBezTo>
                  <a:pt x="120376" y="1364683"/>
                  <a:pt x="89055" y="1321280"/>
                  <a:pt x="135321" y="1302473"/>
                </a:cubicBezTo>
                <a:cubicBezTo>
                  <a:pt x="149020" y="1296946"/>
                  <a:pt x="165783" y="1301104"/>
                  <a:pt x="181166" y="1300828"/>
                </a:cubicBezTo>
                <a:lnTo>
                  <a:pt x="180903" y="1313383"/>
                </a:lnTo>
                <a:lnTo>
                  <a:pt x="140274" y="1329777"/>
                </a:lnTo>
                <a:cubicBezTo>
                  <a:pt x="152609" y="1337115"/>
                  <a:pt x="159337" y="1341100"/>
                  <a:pt x="166625" y="1345440"/>
                </a:cubicBezTo>
                <a:cubicBezTo>
                  <a:pt x="156291" y="1357835"/>
                  <a:pt x="145809" y="1370379"/>
                  <a:pt x="128090" y="1391594"/>
                </a:cubicBezTo>
                <a:cubicBezTo>
                  <a:pt x="152113" y="1383656"/>
                  <a:pt x="165676" y="1379216"/>
                  <a:pt x="179110" y="1374739"/>
                </a:cubicBezTo>
                <a:cubicBezTo>
                  <a:pt x="187745" y="1343075"/>
                  <a:pt x="196283" y="1311853"/>
                  <a:pt x="201554" y="1292559"/>
                </a:cubicBezTo>
                <a:cubicBezTo>
                  <a:pt x="181320" y="1268091"/>
                  <a:pt x="166447" y="1250093"/>
                  <a:pt x="151539" y="1232111"/>
                </a:cubicBezTo>
                <a:cubicBezTo>
                  <a:pt x="155442" y="1227030"/>
                  <a:pt x="159327" y="1221909"/>
                  <a:pt x="163230" y="1216828"/>
                </a:cubicBezTo>
                <a:cubicBezTo>
                  <a:pt x="185803" y="1235092"/>
                  <a:pt x="208384" y="1253263"/>
                  <a:pt x="233444" y="1273533"/>
                </a:cubicBezTo>
                <a:cubicBezTo>
                  <a:pt x="265028" y="1211706"/>
                  <a:pt x="295269" y="1152449"/>
                  <a:pt x="326816" y="1090638"/>
                </a:cubicBezTo>
                <a:cubicBezTo>
                  <a:pt x="325616" y="1087526"/>
                  <a:pt x="322514" y="1079477"/>
                  <a:pt x="319385" y="1071482"/>
                </a:cubicBezTo>
                <a:lnTo>
                  <a:pt x="385920" y="1044634"/>
                </a:lnTo>
                <a:cubicBezTo>
                  <a:pt x="384974" y="1035442"/>
                  <a:pt x="383162" y="1017431"/>
                  <a:pt x="379634" y="982451"/>
                </a:cubicBezTo>
                <a:cubicBezTo>
                  <a:pt x="395359" y="996239"/>
                  <a:pt x="402539" y="1002511"/>
                  <a:pt x="409651" y="1008808"/>
                </a:cubicBezTo>
                <a:cubicBezTo>
                  <a:pt x="411329" y="1010288"/>
                  <a:pt x="412901" y="1011947"/>
                  <a:pt x="414514" y="1013589"/>
                </a:cubicBezTo>
                <a:cubicBezTo>
                  <a:pt x="430155" y="1004758"/>
                  <a:pt x="452884" y="1003900"/>
                  <a:pt x="445221" y="969645"/>
                </a:cubicBezTo>
                <a:cubicBezTo>
                  <a:pt x="443494" y="961891"/>
                  <a:pt x="463839" y="947977"/>
                  <a:pt x="476627" y="934006"/>
                </a:cubicBezTo>
                <a:cubicBezTo>
                  <a:pt x="462785" y="915098"/>
                  <a:pt x="449017" y="896292"/>
                  <a:pt x="432263" y="873435"/>
                </a:cubicBezTo>
                <a:cubicBezTo>
                  <a:pt x="451317" y="861745"/>
                  <a:pt x="470866" y="849722"/>
                  <a:pt x="490391" y="837753"/>
                </a:cubicBezTo>
                <a:lnTo>
                  <a:pt x="485373" y="826745"/>
                </a:lnTo>
                <a:lnTo>
                  <a:pt x="426330" y="850570"/>
                </a:lnTo>
                <a:cubicBezTo>
                  <a:pt x="428690" y="829573"/>
                  <a:pt x="430326" y="815432"/>
                  <a:pt x="431929" y="801073"/>
                </a:cubicBezTo>
                <a:cubicBezTo>
                  <a:pt x="395762" y="802771"/>
                  <a:pt x="408635" y="776183"/>
                  <a:pt x="409352" y="755443"/>
                </a:cubicBezTo>
                <a:cubicBezTo>
                  <a:pt x="409715" y="744462"/>
                  <a:pt x="406393" y="733356"/>
                  <a:pt x="404715" y="722255"/>
                </a:cubicBezTo>
                <a:cubicBezTo>
                  <a:pt x="395596" y="727063"/>
                  <a:pt x="385896" y="730930"/>
                  <a:pt x="377409" y="736959"/>
                </a:cubicBezTo>
                <a:cubicBezTo>
                  <a:pt x="364294" y="746163"/>
                  <a:pt x="351972" y="756844"/>
                  <a:pt x="332895" y="763103"/>
                </a:cubicBezTo>
                <a:cubicBezTo>
                  <a:pt x="340963" y="720925"/>
                  <a:pt x="385272" y="672530"/>
                  <a:pt x="307321" y="663532"/>
                </a:cubicBezTo>
                <a:cubicBezTo>
                  <a:pt x="310227" y="652607"/>
                  <a:pt x="312651" y="643677"/>
                  <a:pt x="315093" y="634420"/>
                </a:cubicBezTo>
                <a:cubicBezTo>
                  <a:pt x="303816" y="629755"/>
                  <a:pt x="292755" y="625140"/>
                  <a:pt x="273467" y="617102"/>
                </a:cubicBezTo>
                <a:cubicBezTo>
                  <a:pt x="289991" y="612775"/>
                  <a:pt x="298606" y="610511"/>
                  <a:pt x="308662" y="607892"/>
                </a:cubicBezTo>
                <a:cubicBezTo>
                  <a:pt x="302430" y="562226"/>
                  <a:pt x="279664" y="515143"/>
                  <a:pt x="314488" y="468910"/>
                </a:cubicBezTo>
                <a:cubicBezTo>
                  <a:pt x="319813" y="461770"/>
                  <a:pt x="304772" y="435390"/>
                  <a:pt x="299729" y="419673"/>
                </a:cubicBezTo>
                <a:lnTo>
                  <a:pt x="311196" y="415046"/>
                </a:lnTo>
                <a:lnTo>
                  <a:pt x="304992" y="407347"/>
                </a:lnTo>
                <a:cubicBezTo>
                  <a:pt x="294953" y="394221"/>
                  <a:pt x="285510" y="380589"/>
                  <a:pt x="277408" y="365643"/>
                </a:cubicBezTo>
                <a:cubicBezTo>
                  <a:pt x="268297" y="348718"/>
                  <a:pt x="249347" y="335758"/>
                  <a:pt x="234927" y="321025"/>
                </a:cubicBezTo>
                <a:cubicBezTo>
                  <a:pt x="236290" y="315069"/>
                  <a:pt x="237653" y="309124"/>
                  <a:pt x="239016" y="303169"/>
                </a:cubicBezTo>
                <a:cubicBezTo>
                  <a:pt x="220908" y="297644"/>
                  <a:pt x="202755" y="292057"/>
                  <a:pt x="183417" y="286103"/>
                </a:cubicBezTo>
                <a:cubicBezTo>
                  <a:pt x="180012" y="270865"/>
                  <a:pt x="173471" y="255564"/>
                  <a:pt x="174813" y="245584"/>
                </a:cubicBezTo>
                <a:cubicBezTo>
                  <a:pt x="184027" y="178781"/>
                  <a:pt x="170201" y="134984"/>
                  <a:pt x="94706" y="120843"/>
                </a:cubicBezTo>
                <a:cubicBezTo>
                  <a:pt x="77254" y="117517"/>
                  <a:pt x="46197" y="79156"/>
                  <a:pt x="29662" y="51976"/>
                </a:cubicBezTo>
                <a:lnTo>
                  <a:pt x="0" y="1"/>
                </a:lnTo>
                <a:lnTo>
                  <a:pt x="353144" y="2"/>
                </a:lnTo>
                <a:lnTo>
                  <a:pt x="706287" y="2"/>
                </a:lnTo>
                <a:lnTo>
                  <a:pt x="2764044" y="2"/>
                </a:lnTo>
                <a:lnTo>
                  <a:pt x="2816224" y="2"/>
                </a:lnTo>
                <a:lnTo>
                  <a:pt x="2851622" y="2"/>
                </a:lnTo>
                <a:lnTo>
                  <a:pt x="2858701" y="2"/>
                </a:lnTo>
                <a:lnTo>
                  <a:pt x="3336733" y="2"/>
                </a:lnTo>
                <a:lnTo>
                  <a:pt x="3336733" y="1"/>
                </a:lnTo>
                <a:lnTo>
                  <a:pt x="3938942" y="2"/>
                </a:lnTo>
                <a:lnTo>
                  <a:pt x="3938942" y="1"/>
                </a:lnTo>
                <a:lnTo>
                  <a:pt x="5390833" y="1"/>
                </a:lnTo>
                <a:close/>
              </a:path>
            </a:pathLst>
          </a:custGeom>
          <a:solidFill>
            <a:srgbClr val="FFFFFF"/>
          </a:solidFill>
          <a:ln>
            <a:noFill/>
          </a:ln>
          <a:effectLst>
            <a:outerShdw blurRad="190500" rotWithShape="0" algn="r" dir="10800000" dist="38100">
              <a:srgbClr val="000000">
                <a:alpha val="22745"/>
              </a:srgbClr>
            </a:outerShdw>
          </a:effectLst>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9" name="Google Shape;229;p1"/>
          <p:cNvSpPr/>
          <p:nvPr/>
        </p:nvSpPr>
        <p:spPr>
          <a:xfrm>
            <a:off x="6638032" y="3214369"/>
            <a:ext cx="2819700" cy="1461589"/>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t/>
            </a:r>
            <a:endParaRPr b="0" i="0" sz="1000" u="none" cap="none" strike="noStrike">
              <a:solidFill>
                <a:srgbClr val="99999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b="0" i="0" lang="en" sz="1000" u="none" cap="none" strike="noStrike">
                <a:solidFill>
                  <a:srgbClr val="524843"/>
                </a:solidFill>
                <a:latin typeface="Calibri"/>
                <a:ea typeface="Calibri"/>
                <a:cs typeface="Calibri"/>
                <a:sym typeface="Calibri"/>
              </a:rPr>
              <a:t>Petit-Bourg, GUADELOUPE</a:t>
            </a:r>
            <a:endParaRPr b="0" i="0" sz="1000" u="none" cap="none" strike="noStrike">
              <a:solidFill>
                <a:srgbClr val="5248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0" i="0" sz="1000" u="none" cap="none" strike="noStrike">
              <a:solidFill>
                <a:srgbClr val="5248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b="0" i="0" lang="en" sz="1000" u="none" cap="none" strike="noStrike">
                <a:solidFill>
                  <a:srgbClr val="524843"/>
                </a:solidFill>
                <a:latin typeface="Calibri"/>
                <a:ea typeface="Calibri"/>
                <a:cs typeface="Calibri"/>
                <a:sym typeface="Calibri"/>
              </a:rPr>
              <a:t>+ (590)690 611 794</a:t>
            </a:r>
            <a:endParaRPr b="0" i="0" sz="1000" u="none" cap="none" strike="noStrike">
              <a:solidFill>
                <a:srgbClr val="5248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b="0" i="0" lang="en" sz="1000" u="none" cap="none" strike="noStrike">
                <a:solidFill>
                  <a:srgbClr val="524843"/>
                </a:solidFill>
                <a:latin typeface="Calibri"/>
                <a:ea typeface="Calibri"/>
                <a:cs typeface="Calibri"/>
                <a:sym typeface="Calibri"/>
              </a:rPr>
              <a:t>+33 (0)971 16 67 65</a:t>
            </a:r>
            <a:endParaRPr b="0" i="0" sz="1000" u="none" cap="none" strike="noStrike">
              <a:solidFill>
                <a:srgbClr val="5248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b="0" i="0" lang="en" sz="1000" u="sng" cap="none" strike="noStrike">
                <a:solidFill>
                  <a:srgbClr val="524843"/>
                </a:solidFill>
                <a:latin typeface="Calibri"/>
                <a:ea typeface="Calibri"/>
                <a:cs typeface="Calibri"/>
                <a:sym typeface="Calibri"/>
                <a:hlinkClick r:id="rId4">
                  <a:extLst>
                    <a:ext uri="{A12FA001-AC4F-418D-AE19-62706E023703}">
                      <ahyp:hlinkClr val="tx"/>
                    </a:ext>
                  </a:extLst>
                </a:hlinkClick>
              </a:rPr>
              <a:t>c.flory@axellens.eu</a:t>
            </a:r>
            <a:r>
              <a:rPr b="0" i="0" lang="en" sz="1000" u="none" cap="none" strike="noStrike">
                <a:solidFill>
                  <a:srgbClr val="524843"/>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1000" u="none" cap="none" strike="noStrike">
              <a:solidFill>
                <a:srgbClr val="5248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b="0" i="0" lang="en" sz="1000" u="none" cap="none" strike="noStrike">
                <a:solidFill>
                  <a:srgbClr val="524843"/>
                </a:solidFill>
                <a:latin typeface="Calibri"/>
                <a:ea typeface="Calibri"/>
                <a:cs typeface="Calibri"/>
                <a:sym typeface="Calibri"/>
              </a:rPr>
              <a:t>RCP N°: RD01696407H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1000" u="none" cap="none" strike="noStrike">
                <a:solidFill>
                  <a:srgbClr val="524843"/>
                </a:solidFill>
                <a:latin typeface="Calibri"/>
                <a:ea typeface="Calibri"/>
                <a:cs typeface="Calibri"/>
                <a:sym typeface="Calibri"/>
              </a:rPr>
              <a:t>Assurances AIG Europe SA</a:t>
            </a:r>
            <a:endParaRPr b="0" i="0" sz="1400" u="none" cap="none" strike="noStrike">
              <a:solidFill>
                <a:srgbClr val="000000"/>
              </a:solidFill>
              <a:latin typeface="Arial"/>
              <a:ea typeface="Arial"/>
              <a:cs typeface="Arial"/>
              <a:sym typeface="Arial"/>
            </a:endParaRPr>
          </a:p>
        </p:txBody>
      </p:sp>
      <p:pic>
        <p:nvPicPr>
          <p:cNvPr descr="Une image contenant texte, clipart&#10;&#10;Description générée automatiquement" id="230" name="Google Shape;230;p1"/>
          <p:cNvPicPr preferRelativeResize="0"/>
          <p:nvPr/>
        </p:nvPicPr>
        <p:blipFill rotWithShape="1">
          <a:blip r:embed="rId5">
            <a:alphaModFix/>
          </a:blip>
          <a:srcRect b="0" l="0" r="0" t="0"/>
          <a:stretch/>
        </p:blipFill>
        <p:spPr>
          <a:xfrm>
            <a:off x="5165347" y="698806"/>
            <a:ext cx="3734822" cy="1654504"/>
          </a:xfrm>
          <a:prstGeom prst="rect">
            <a:avLst/>
          </a:prstGeom>
          <a:noFill/>
          <a:ln>
            <a:noFill/>
          </a:ln>
        </p:spPr>
      </p:pic>
      <p:sp>
        <p:nvSpPr>
          <p:cNvPr id="231" name="Google Shape;231;p1"/>
          <p:cNvSpPr txBox="1"/>
          <p:nvPr/>
        </p:nvSpPr>
        <p:spPr>
          <a:xfrm>
            <a:off x="4331378" y="436880"/>
            <a:ext cx="3062750" cy="1014132"/>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2E75B5"/>
              </a:buClr>
              <a:buSzPts val="4000"/>
              <a:buFont typeface="Lustria"/>
              <a:buNone/>
            </a:pPr>
            <a:r>
              <a:t/>
            </a:r>
            <a:endParaRPr b="1" i="0" sz="4000" u="none" cap="none" strike="noStrike">
              <a:solidFill>
                <a:srgbClr val="2E75B5"/>
              </a:solidFill>
              <a:latin typeface="Lustria"/>
              <a:ea typeface="Lustria"/>
              <a:cs typeface="Lustria"/>
              <a:sym typeface="Lust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
          <p:cNvSpPr/>
          <p:nvPr/>
        </p:nvSpPr>
        <p:spPr>
          <a:xfrm>
            <a:off x="4795" y="0"/>
            <a:ext cx="5628000" cy="5143500"/>
          </a:xfrm>
          <a:prstGeom prst="homePlate">
            <a:avLst>
              <a:gd fmla="val 49415" name="adj"/>
            </a:avLst>
          </a:prstGeom>
          <a:solidFill>
            <a:srgbClr val="FFFFFF">
              <a:alpha val="9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id="237" name="Google Shape;237;p2"/>
          <p:cNvPicPr preferRelativeResize="0"/>
          <p:nvPr/>
        </p:nvPicPr>
        <p:blipFill rotWithShape="1">
          <a:blip r:embed="rId3">
            <a:alphaModFix/>
          </a:blip>
          <a:srcRect b="0" l="0" r="8113" t="9338"/>
          <a:stretch/>
        </p:blipFill>
        <p:spPr>
          <a:xfrm>
            <a:off x="2056225" y="0"/>
            <a:ext cx="5275975" cy="5143500"/>
          </a:xfrm>
          <a:prstGeom prst="rect">
            <a:avLst/>
          </a:prstGeom>
          <a:noFill/>
          <a:ln>
            <a:noFill/>
          </a:ln>
        </p:spPr>
      </p:pic>
      <p:sp>
        <p:nvSpPr>
          <p:cNvPr id="238" name="Google Shape;238;p2"/>
          <p:cNvSpPr/>
          <p:nvPr/>
        </p:nvSpPr>
        <p:spPr>
          <a:xfrm rot="10800000">
            <a:off x="4470873" y="-25996"/>
            <a:ext cx="3324600" cy="3110400"/>
          </a:xfrm>
          <a:prstGeom prst="rtTriangle">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39" name="Google Shape;239;p2"/>
          <p:cNvSpPr/>
          <p:nvPr/>
        </p:nvSpPr>
        <p:spPr>
          <a:xfrm flipH="1">
            <a:off x="4842272" y="1835727"/>
            <a:ext cx="2953200" cy="3307800"/>
          </a:xfrm>
          <a:prstGeom prst="rtTriangle">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40" name="Google Shape;240;p2"/>
          <p:cNvSpPr/>
          <p:nvPr/>
        </p:nvSpPr>
        <p:spPr>
          <a:xfrm>
            <a:off x="0" y="0"/>
            <a:ext cx="5664600" cy="5143500"/>
          </a:xfrm>
          <a:prstGeom prst="homePlate">
            <a:avLst>
              <a:gd fmla="val 49709" name="adj"/>
            </a:avLst>
          </a:prstGeom>
          <a:solidFill>
            <a:srgbClr val="558ED5">
              <a:alpha val="6470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41" name="Google Shape;241;p2"/>
          <p:cNvSpPr txBox="1"/>
          <p:nvPr/>
        </p:nvSpPr>
        <p:spPr>
          <a:xfrm>
            <a:off x="84600" y="1755900"/>
            <a:ext cx="5628000" cy="1631700"/>
          </a:xfrm>
          <a:prstGeom prst="rect">
            <a:avLst/>
          </a:prstGeom>
          <a:noFill/>
          <a:ln>
            <a:noFill/>
          </a:ln>
        </p:spPr>
        <p:txBody>
          <a:bodyPr anchorCtr="0" anchor="t" bIns="17100" lIns="91425" spcFirstLastPara="1" rIns="34225" wrap="square" tIns="17100">
            <a:noAutofit/>
          </a:bodyPr>
          <a:lstStyle/>
          <a:p>
            <a:pPr indent="0" lvl="0" marL="0" marR="0" rtl="0" algn="l">
              <a:lnSpc>
                <a:spcPct val="100000"/>
              </a:lnSpc>
              <a:spcBef>
                <a:spcPts val="0"/>
              </a:spcBef>
              <a:spcAft>
                <a:spcPts val="0"/>
              </a:spcAft>
              <a:buClr>
                <a:srgbClr val="FFFFFF"/>
              </a:buClr>
              <a:buSzPts val="2500"/>
              <a:buFont typeface="Montserrat"/>
              <a:buNone/>
            </a:pPr>
            <a:r>
              <a:rPr b="1" i="0" lang="en" sz="2500" u="none" cap="none" strike="noStrike">
                <a:solidFill>
                  <a:srgbClr val="FFFFFF"/>
                </a:solidFill>
                <a:latin typeface="Montserrat"/>
                <a:ea typeface="Montserrat"/>
                <a:cs typeface="Montserrat"/>
                <a:sym typeface="Montserrat"/>
              </a:rPr>
              <a:t>ENSEMBLE, </a:t>
            </a:r>
            <a:endParaRPr b="1" i="0" sz="2500" u="none" cap="none" strike="noStrike">
              <a:solidFill>
                <a:srgbClr val="FFFFFF"/>
              </a:solidFill>
              <a:latin typeface="Montserrat"/>
              <a:ea typeface="Montserrat"/>
              <a:cs typeface="Montserrat"/>
              <a:sym typeface="Montserrat"/>
            </a:endParaRPr>
          </a:p>
          <a:p>
            <a:pPr indent="0" lvl="0" marL="0" marR="0" rtl="0" algn="l">
              <a:lnSpc>
                <a:spcPct val="100000"/>
              </a:lnSpc>
              <a:spcBef>
                <a:spcPts val="0"/>
              </a:spcBef>
              <a:spcAft>
                <a:spcPts val="0"/>
              </a:spcAft>
              <a:buClr>
                <a:srgbClr val="FFFFFF"/>
              </a:buClr>
              <a:buSzPts val="2500"/>
              <a:buFont typeface="Montserrat"/>
              <a:buNone/>
            </a:pPr>
            <a:r>
              <a:rPr b="1" i="0" lang="en" sz="2500" u="none" cap="none" strike="noStrike">
                <a:solidFill>
                  <a:srgbClr val="FFFFFF"/>
                </a:solidFill>
                <a:latin typeface="Montserrat"/>
                <a:ea typeface="Montserrat"/>
                <a:cs typeface="Montserrat"/>
                <a:sym typeface="Montserrat"/>
              </a:rPr>
              <a:t>DONNONS-NOUS LES MOYENS DU DÉVELOPPEMENT DE NOS TERRITOIRES</a:t>
            </a:r>
            <a:endParaRPr b="1" i="0" sz="2500" u="none" cap="none" strike="noStrike">
              <a:solidFill>
                <a:srgbClr val="FFFFFF"/>
              </a:solidFill>
              <a:latin typeface="Montserrat"/>
              <a:ea typeface="Montserrat"/>
              <a:cs typeface="Montserrat"/>
              <a:sym typeface="Montserrat"/>
            </a:endParaRPr>
          </a:p>
        </p:txBody>
      </p:sp>
      <p:sp>
        <p:nvSpPr>
          <p:cNvPr id="242" name="Google Shape;242;p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pic>
        <p:nvPicPr>
          <p:cNvPr id="243" name="Google Shape;243;p2"/>
          <p:cNvPicPr preferRelativeResize="0"/>
          <p:nvPr/>
        </p:nvPicPr>
        <p:blipFill rotWithShape="1">
          <a:blip r:embed="rId4">
            <a:alphaModFix/>
          </a:blip>
          <a:srcRect b="0" l="0" r="0" t="0"/>
          <a:stretch/>
        </p:blipFill>
        <p:spPr>
          <a:xfrm>
            <a:off x="5682125" y="468311"/>
            <a:ext cx="3150993" cy="487653"/>
          </a:xfrm>
          <a:prstGeom prst="rect">
            <a:avLst/>
          </a:prstGeom>
          <a:noFill/>
          <a:ln>
            <a:noFill/>
          </a:ln>
        </p:spPr>
      </p:pic>
      <p:sp>
        <p:nvSpPr>
          <p:cNvPr id="244" name="Google Shape;244;p2"/>
          <p:cNvSpPr txBox="1"/>
          <p:nvPr/>
        </p:nvSpPr>
        <p:spPr>
          <a:xfrm>
            <a:off x="6349322" y="953674"/>
            <a:ext cx="248379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554842"/>
                </a:solidFill>
                <a:latin typeface="Montserrat"/>
                <a:ea typeface="Montserrat"/>
                <a:cs typeface="Montserrat"/>
                <a:sym typeface="Montserrat"/>
              </a:rPr>
              <a:t>ENTREPRISE A IMPACT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3"/>
          <p:cNvPicPr preferRelativeResize="0"/>
          <p:nvPr/>
        </p:nvPicPr>
        <p:blipFill rotWithShape="1">
          <a:blip r:embed="rId3">
            <a:alphaModFix amt="10000"/>
          </a:blip>
          <a:srcRect b="10468" l="1520" r="-1518" t="7082"/>
          <a:stretch/>
        </p:blipFill>
        <p:spPr>
          <a:xfrm>
            <a:off x="1530850" y="0"/>
            <a:ext cx="6082300" cy="5143499"/>
          </a:xfrm>
          <a:prstGeom prst="rect">
            <a:avLst/>
          </a:prstGeom>
          <a:noFill/>
          <a:ln>
            <a:noFill/>
          </a:ln>
        </p:spPr>
      </p:pic>
      <p:sp>
        <p:nvSpPr>
          <p:cNvPr id="250" name="Google Shape;250;p3"/>
          <p:cNvSpPr txBox="1"/>
          <p:nvPr/>
        </p:nvSpPr>
        <p:spPr>
          <a:xfrm>
            <a:off x="65859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3C78D8"/>
              </a:buClr>
              <a:buSzPts val="700"/>
              <a:buFont typeface="Calibri"/>
              <a:buNone/>
            </a:pPr>
            <a:r>
              <a:rPr b="1" i="0" lang="en" sz="700" u="none" cap="none" strike="noStrike">
                <a:solidFill>
                  <a:srgbClr val="558ED5"/>
                </a:solidFill>
                <a:latin typeface="Calibri"/>
                <a:ea typeface="Calibri"/>
                <a:cs typeface="Calibri"/>
                <a:sym typeface="Calibri"/>
              </a:rPr>
              <a:t>OPPORTUNITÉ DE MARCHÉ</a:t>
            </a:r>
            <a:endParaRPr b="1" i="0" sz="700" u="none" cap="none" strike="noStrike">
              <a:solidFill>
                <a:srgbClr val="558ED5"/>
              </a:solidFill>
              <a:latin typeface="Calibri"/>
              <a:ea typeface="Calibri"/>
              <a:cs typeface="Calibri"/>
              <a:sym typeface="Calibri"/>
            </a:endParaRPr>
          </a:p>
        </p:txBody>
      </p:sp>
      <p:sp>
        <p:nvSpPr>
          <p:cNvPr id="251" name="Google Shape;251;p3"/>
          <p:cNvSpPr txBox="1"/>
          <p:nvPr/>
        </p:nvSpPr>
        <p:spPr>
          <a:xfrm>
            <a:off x="196345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LE PROJET</a:t>
            </a:r>
            <a:endParaRPr b="0" i="0" sz="700" u="none" cap="none" strike="noStrike">
              <a:solidFill>
                <a:srgbClr val="B7B7B7"/>
              </a:solidFill>
              <a:latin typeface="Calibri"/>
              <a:ea typeface="Calibri"/>
              <a:cs typeface="Calibri"/>
              <a:sym typeface="Calibri"/>
            </a:endParaRPr>
          </a:p>
        </p:txBody>
      </p:sp>
      <p:sp>
        <p:nvSpPr>
          <p:cNvPr id="252" name="Google Shape;252;p3"/>
          <p:cNvSpPr txBox="1"/>
          <p:nvPr/>
        </p:nvSpPr>
        <p:spPr>
          <a:xfrm>
            <a:off x="326831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LE MARCHÉ</a:t>
            </a:r>
            <a:endParaRPr b="0" i="0" sz="700" u="none" cap="none" strike="noStrike">
              <a:solidFill>
                <a:srgbClr val="B7B7B7"/>
              </a:solidFill>
              <a:latin typeface="Calibri"/>
              <a:ea typeface="Calibri"/>
              <a:cs typeface="Calibri"/>
              <a:sym typeface="Calibri"/>
            </a:endParaRPr>
          </a:p>
        </p:txBody>
      </p:sp>
      <p:sp>
        <p:nvSpPr>
          <p:cNvPr id="253" name="Google Shape;253;p3"/>
          <p:cNvSpPr txBox="1"/>
          <p:nvPr/>
        </p:nvSpPr>
        <p:spPr>
          <a:xfrm>
            <a:off x="457317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LA STRATÉGIE</a:t>
            </a:r>
            <a:endParaRPr b="0" i="0" sz="700" u="none" cap="none" strike="noStrike">
              <a:solidFill>
                <a:srgbClr val="B7B7B7"/>
              </a:solidFill>
              <a:latin typeface="Calibri"/>
              <a:ea typeface="Calibri"/>
              <a:cs typeface="Calibri"/>
              <a:sym typeface="Calibri"/>
            </a:endParaRPr>
          </a:p>
        </p:txBody>
      </p:sp>
      <p:sp>
        <p:nvSpPr>
          <p:cNvPr id="254" name="Google Shape;254;p3"/>
          <p:cNvSpPr txBox="1"/>
          <p:nvPr/>
        </p:nvSpPr>
        <p:spPr>
          <a:xfrm>
            <a:off x="5878037"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FINANCES</a:t>
            </a:r>
            <a:endParaRPr b="0" i="0" sz="700" u="none" cap="none" strike="noStrike">
              <a:solidFill>
                <a:srgbClr val="B7B7B7"/>
              </a:solidFill>
              <a:latin typeface="Calibri"/>
              <a:ea typeface="Calibri"/>
              <a:cs typeface="Calibri"/>
              <a:sym typeface="Calibri"/>
            </a:endParaRPr>
          </a:p>
        </p:txBody>
      </p:sp>
      <p:sp>
        <p:nvSpPr>
          <p:cNvPr id="255" name="Google Shape;255;p3"/>
          <p:cNvSpPr txBox="1"/>
          <p:nvPr/>
        </p:nvSpPr>
        <p:spPr>
          <a:xfrm>
            <a:off x="658600" y="762275"/>
            <a:ext cx="8140200" cy="415500"/>
          </a:xfrm>
          <a:prstGeom prst="rect">
            <a:avLst/>
          </a:prstGeom>
          <a:noFill/>
          <a:ln>
            <a:noFill/>
          </a:ln>
        </p:spPr>
        <p:txBody>
          <a:bodyPr anchorCtr="0" anchor="t" bIns="17100" lIns="34225" spcFirstLastPara="1" rIns="34225" wrap="square" tIns="17100">
            <a:noAutofit/>
          </a:bodyPr>
          <a:lstStyle/>
          <a:p>
            <a:pPr indent="0" lvl="0" marL="0" marR="0" rtl="0" algn="l">
              <a:lnSpc>
                <a:spcPct val="100000"/>
              </a:lnSpc>
              <a:spcBef>
                <a:spcPts val="0"/>
              </a:spcBef>
              <a:spcAft>
                <a:spcPts val="0"/>
              </a:spcAft>
              <a:buClr>
                <a:srgbClr val="3C78D8"/>
              </a:buClr>
              <a:buSzPts val="2500"/>
              <a:buFont typeface="Montserrat"/>
              <a:buNone/>
            </a:pPr>
            <a:r>
              <a:rPr b="1" i="0" lang="en" sz="2500" u="none" cap="none" strike="noStrike">
                <a:solidFill>
                  <a:srgbClr val="558ED5"/>
                </a:solidFill>
                <a:latin typeface="Montserrat"/>
                <a:ea typeface="Montserrat"/>
                <a:cs typeface="Montserrat"/>
                <a:sym typeface="Montserrat"/>
              </a:rPr>
              <a:t>LA MOBILISATION DE FINANCEMENTS</a:t>
            </a:r>
            <a:endParaRPr b="1" i="0" sz="2500" u="none" cap="none" strike="noStrike">
              <a:solidFill>
                <a:srgbClr val="558ED5"/>
              </a:solidFill>
              <a:latin typeface="Montserrat"/>
              <a:ea typeface="Montserrat"/>
              <a:cs typeface="Montserrat"/>
              <a:sym typeface="Montserrat"/>
            </a:endParaRPr>
          </a:p>
        </p:txBody>
      </p:sp>
      <p:sp>
        <p:nvSpPr>
          <p:cNvPr id="256" name="Google Shape;256;p3"/>
          <p:cNvSpPr txBox="1"/>
          <p:nvPr/>
        </p:nvSpPr>
        <p:spPr>
          <a:xfrm>
            <a:off x="657420" y="1177775"/>
            <a:ext cx="7827000" cy="346200"/>
          </a:xfrm>
          <a:prstGeom prst="rect">
            <a:avLst/>
          </a:prstGeom>
          <a:noFill/>
          <a:ln>
            <a:noFill/>
          </a:ln>
        </p:spPr>
        <p:txBody>
          <a:bodyPr anchorCtr="0" anchor="t" bIns="17100" lIns="34225" spcFirstLastPara="1" rIns="34225" wrap="square" tIns="17100">
            <a:noAutofit/>
          </a:bodyPr>
          <a:lstStyle/>
          <a:p>
            <a:pPr indent="0" lvl="0" marL="0" marR="0" rtl="0" algn="l">
              <a:lnSpc>
                <a:spcPct val="100000"/>
              </a:lnSpc>
              <a:spcBef>
                <a:spcPts val="0"/>
              </a:spcBef>
              <a:spcAft>
                <a:spcPts val="0"/>
              </a:spcAft>
              <a:buClr>
                <a:srgbClr val="999999"/>
              </a:buClr>
              <a:buSzPts val="1100"/>
              <a:buFont typeface="Calibri"/>
              <a:buNone/>
            </a:pPr>
            <a:r>
              <a:rPr b="1" i="0" lang="en" sz="1200" u="none" cap="none" strike="noStrike">
                <a:solidFill>
                  <a:srgbClr val="999999"/>
                </a:solidFill>
                <a:latin typeface="Calibri"/>
                <a:ea typeface="Calibri"/>
                <a:cs typeface="Calibri"/>
                <a:sym typeface="Calibri"/>
              </a:rPr>
              <a:t>Les Territoires Français des Amériques sont porteurs de nombreux projets innovants et sont destinataires d’enveloppes financières nationales, régionales et européennes pour les accompagner aux divers stades de progression.</a:t>
            </a:r>
            <a:endParaRPr b="1" i="0" sz="1200" u="none" cap="none" strike="noStrike">
              <a:solidFill>
                <a:srgbClr val="999999"/>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100"/>
              <a:buFont typeface="Arial"/>
              <a:buNone/>
            </a:pPr>
            <a:r>
              <a:t/>
            </a:r>
            <a:endParaRPr b="1" i="0" sz="1100" u="none" cap="none" strike="noStrike">
              <a:solidFill>
                <a:srgbClr val="999999"/>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100"/>
              <a:buFont typeface="Calibri"/>
              <a:buNone/>
            </a:pPr>
            <a:r>
              <a:t/>
            </a:r>
            <a:endParaRPr b="1" i="0" sz="1100" u="none" cap="none" strike="noStrike">
              <a:solidFill>
                <a:srgbClr val="999999"/>
              </a:solidFill>
              <a:latin typeface="Calibri"/>
              <a:ea typeface="Calibri"/>
              <a:cs typeface="Calibri"/>
              <a:sym typeface="Calibri"/>
            </a:endParaRPr>
          </a:p>
        </p:txBody>
      </p:sp>
      <p:sp>
        <p:nvSpPr>
          <p:cNvPr id="257" name="Google Shape;257;p3"/>
          <p:cNvSpPr txBox="1"/>
          <p:nvPr/>
        </p:nvSpPr>
        <p:spPr>
          <a:xfrm flipH="1">
            <a:off x="2166150" y="2358288"/>
            <a:ext cx="5915400" cy="306000"/>
          </a:xfrm>
          <a:prstGeom prst="rect">
            <a:avLst/>
          </a:prstGeom>
          <a:noFill/>
          <a:ln>
            <a:noFill/>
          </a:ln>
        </p:spPr>
        <p:txBody>
          <a:bodyPr anchorCtr="0" anchor="ctr" bIns="91425" lIns="91425" spcFirstLastPara="1" rIns="91425" wrap="square" tIns="91425">
            <a:noAutofit/>
          </a:bodyPr>
          <a:lstStyle/>
          <a:p>
            <a:pPr indent="0" lvl="0" marL="0" marR="0" rtl="0" algn="l">
              <a:lnSpc>
                <a:spcPct val="114999"/>
              </a:lnSpc>
              <a:spcBef>
                <a:spcPts val="0"/>
              </a:spcBef>
              <a:spcAft>
                <a:spcPts val="0"/>
              </a:spcAft>
              <a:buClr>
                <a:srgbClr val="666666"/>
              </a:buClr>
              <a:buSzPts val="1100"/>
              <a:buFont typeface="Calibri"/>
              <a:buNone/>
            </a:pPr>
            <a:r>
              <a:rPr b="0" i="0" lang="en" sz="1100" u="none" cap="none" strike="noStrike">
                <a:solidFill>
                  <a:srgbClr val="666666"/>
                </a:solidFill>
                <a:latin typeface="Calibri"/>
                <a:ea typeface="Calibri"/>
                <a:cs typeface="Calibri"/>
                <a:sym typeface="Calibri"/>
              </a:rPr>
              <a:t>Hors autres enveloppes mobilisables directement, ainsi que les financements nationaux et régionaux. </a:t>
            </a:r>
            <a:endParaRPr b="1" i="0" sz="1100" u="none" cap="none" strike="noStrike">
              <a:solidFill>
                <a:srgbClr val="666666"/>
              </a:solidFill>
              <a:latin typeface="Calibri"/>
              <a:ea typeface="Calibri"/>
              <a:cs typeface="Calibri"/>
              <a:sym typeface="Calibri"/>
            </a:endParaRPr>
          </a:p>
        </p:txBody>
      </p:sp>
      <p:sp>
        <p:nvSpPr>
          <p:cNvPr id="258" name="Google Shape;258;p3"/>
          <p:cNvSpPr txBox="1"/>
          <p:nvPr/>
        </p:nvSpPr>
        <p:spPr>
          <a:xfrm flipH="1">
            <a:off x="2166150" y="2878000"/>
            <a:ext cx="4956900" cy="726000"/>
          </a:xfrm>
          <a:prstGeom prst="rect">
            <a:avLst/>
          </a:prstGeom>
          <a:noFill/>
          <a:ln>
            <a:noFill/>
          </a:ln>
        </p:spPr>
        <p:txBody>
          <a:bodyPr anchorCtr="0" anchor="ctr" bIns="91425" lIns="91425" spcFirstLastPara="1" rIns="91425" wrap="square" tIns="91425">
            <a:noAutofit/>
          </a:bodyPr>
          <a:lstStyle/>
          <a:p>
            <a:pPr indent="457200" lvl="0" marL="0" marR="0" rtl="0" algn="l">
              <a:lnSpc>
                <a:spcPct val="114999"/>
              </a:lnSpc>
              <a:spcBef>
                <a:spcPts val="0"/>
              </a:spcBef>
              <a:spcAft>
                <a:spcPts val="0"/>
              </a:spcAft>
              <a:buClr>
                <a:srgbClr val="666666"/>
              </a:buClr>
              <a:buSzPts val="1100"/>
              <a:buFont typeface="Calibri"/>
              <a:buNone/>
            </a:pPr>
            <a:r>
              <a:rPr b="0" i="0" lang="en" sz="1100" u="none" cap="none" strike="noStrike">
                <a:solidFill>
                  <a:srgbClr val="666666"/>
                </a:solidFill>
                <a:latin typeface="Calibri"/>
                <a:ea typeface="Calibri"/>
                <a:cs typeface="Calibri"/>
                <a:sym typeface="Calibri"/>
              </a:rPr>
              <a:t>Traditionnellement frileux en matière d’accompagnement et peu sensibles à la recherche de subventions, avec la crise liée à la COVID-19, les entrepreneurs et porteurs de projets cherchent de plus en plus à identifier les sources de financement disponibles et à être accompagnés par des experts. </a:t>
            </a:r>
            <a:endParaRPr b="1" i="0" sz="1100" u="none" cap="none" strike="noStrike">
              <a:solidFill>
                <a:srgbClr val="666666"/>
              </a:solidFill>
              <a:latin typeface="Calibri"/>
              <a:ea typeface="Calibri"/>
              <a:cs typeface="Calibri"/>
              <a:sym typeface="Calibri"/>
            </a:endParaRPr>
          </a:p>
        </p:txBody>
      </p:sp>
      <p:sp>
        <p:nvSpPr>
          <p:cNvPr id="259" name="Google Shape;259;p3"/>
          <p:cNvSpPr/>
          <p:nvPr/>
        </p:nvSpPr>
        <p:spPr>
          <a:xfrm flipH="1">
            <a:off x="659125" y="1724050"/>
            <a:ext cx="1305000" cy="3101700"/>
          </a:xfrm>
          <a:prstGeom prst="rect">
            <a:avLst/>
          </a:prstGeom>
          <a:solidFill>
            <a:srgbClr val="558ED5"/>
          </a:solidFill>
          <a:ln cap="flat" cmpd="sng" w="9525">
            <a:solidFill>
              <a:srgbClr val="FFFFF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1200"/>
              <a:buFont typeface="Calibri"/>
              <a:buNone/>
            </a:pPr>
            <a:r>
              <a:rPr b="0" i="0" lang="en" sz="1200" u="none" cap="none" strike="noStrike">
                <a:solidFill>
                  <a:srgbClr val="FFFFFF"/>
                </a:solidFill>
                <a:latin typeface="Calibri"/>
                <a:ea typeface="Calibri"/>
                <a:cs typeface="Calibri"/>
                <a:sym typeface="Calibri"/>
              </a:rPr>
              <a:t>Des régions à fort potentiel de développement- bénéficiaires d’enveloppes financières importantes</a:t>
            </a:r>
            <a:endParaRPr b="0" i="0" sz="1200" u="none" cap="none" strike="noStrike">
              <a:solidFill>
                <a:srgbClr val="FFFFFF"/>
              </a:solidFill>
              <a:latin typeface="Calibri"/>
              <a:ea typeface="Calibri"/>
              <a:cs typeface="Calibri"/>
              <a:sym typeface="Calibri"/>
            </a:endParaRPr>
          </a:p>
        </p:txBody>
      </p:sp>
      <p:sp>
        <p:nvSpPr>
          <p:cNvPr id="260" name="Google Shape;260;p3"/>
          <p:cNvSpPr/>
          <p:nvPr/>
        </p:nvSpPr>
        <p:spPr>
          <a:xfrm>
            <a:off x="1099300" y="4568051"/>
            <a:ext cx="421200" cy="415500"/>
          </a:xfrm>
          <a:prstGeom prst="rect">
            <a:avLst/>
          </a:prstGeom>
          <a:solidFill>
            <a:srgbClr val="FFFFFF"/>
          </a:solidFill>
          <a:ln>
            <a:noFill/>
          </a:ln>
          <a:effectLst>
            <a:outerShdw blurRad="127000" sx="102000" rotWithShape="0" algn="ctr" sy="102000">
              <a:srgbClr val="000000">
                <a:alpha val="22745"/>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61" name="Google Shape;261;p3"/>
          <p:cNvSpPr txBox="1"/>
          <p:nvPr/>
        </p:nvSpPr>
        <p:spPr>
          <a:xfrm flipH="1">
            <a:off x="2166149" y="3817737"/>
            <a:ext cx="4483500" cy="1128000"/>
          </a:xfrm>
          <a:prstGeom prst="rect">
            <a:avLst/>
          </a:prstGeom>
          <a:noFill/>
          <a:ln>
            <a:noFill/>
          </a:ln>
        </p:spPr>
        <p:txBody>
          <a:bodyPr anchorCtr="0" anchor="t" bIns="91425" lIns="91425" spcFirstLastPara="1" rIns="91425" wrap="square" tIns="91425">
            <a:noAutofit/>
          </a:bodyPr>
          <a:lstStyle/>
          <a:p>
            <a:pPr indent="361950" lvl="0" marL="0" marR="0" rtl="0" algn="l">
              <a:lnSpc>
                <a:spcPct val="114999"/>
              </a:lnSpc>
              <a:spcBef>
                <a:spcPts val="0"/>
              </a:spcBef>
              <a:spcAft>
                <a:spcPts val="0"/>
              </a:spcAft>
              <a:buClr>
                <a:srgbClr val="666666"/>
              </a:buClr>
              <a:buSzPts val="1100"/>
              <a:buFont typeface="Calibri"/>
              <a:buNone/>
            </a:pPr>
            <a:r>
              <a:rPr b="0" i="0" lang="en" sz="1100" u="none" cap="none" strike="noStrike">
                <a:solidFill>
                  <a:srgbClr val="666666"/>
                </a:solidFill>
                <a:latin typeface="Calibri"/>
                <a:ea typeface="Calibri"/>
                <a:cs typeface="Calibri"/>
                <a:sym typeface="Calibri"/>
              </a:rPr>
              <a:t>Le </a:t>
            </a:r>
            <a:r>
              <a:rPr b="1" i="0" lang="en" sz="1100" u="none" cap="none" strike="noStrike">
                <a:solidFill>
                  <a:srgbClr val="666666"/>
                </a:solidFill>
                <a:latin typeface="Calibri"/>
                <a:ea typeface="Calibri"/>
                <a:cs typeface="Calibri"/>
                <a:sym typeface="Calibri"/>
              </a:rPr>
              <a:t>Plan de relance national </a:t>
            </a:r>
            <a:r>
              <a:rPr b="0" i="0" lang="en" sz="1100" u="none" cap="none" strike="noStrike">
                <a:solidFill>
                  <a:srgbClr val="666666"/>
                </a:solidFill>
                <a:latin typeface="Calibri"/>
                <a:ea typeface="Calibri"/>
                <a:cs typeface="Calibri"/>
                <a:sym typeface="Calibri"/>
              </a:rPr>
              <a:t>et les </a:t>
            </a:r>
            <a:r>
              <a:rPr b="1" i="0" lang="en" sz="1100" u="none" cap="none" strike="noStrike">
                <a:solidFill>
                  <a:srgbClr val="666666"/>
                </a:solidFill>
                <a:latin typeface="Calibri"/>
                <a:ea typeface="Calibri"/>
                <a:cs typeface="Calibri"/>
                <a:sym typeface="Calibri"/>
              </a:rPr>
              <a:t>nouveaux crédits européens</a:t>
            </a:r>
            <a:r>
              <a:rPr b="0" i="0" lang="en" sz="1100" u="none" cap="none" strike="noStrike">
                <a:solidFill>
                  <a:srgbClr val="666666"/>
                </a:solidFill>
                <a:latin typeface="Calibri"/>
                <a:ea typeface="Calibri"/>
                <a:cs typeface="Calibri"/>
                <a:sym typeface="Calibri"/>
              </a:rPr>
              <a:t> pour la période 2021-2027 constituent une </a:t>
            </a:r>
            <a:r>
              <a:rPr b="1" i="0" lang="en" sz="1100" u="none" cap="none" strike="noStrike">
                <a:solidFill>
                  <a:srgbClr val="666666"/>
                </a:solidFill>
                <a:latin typeface="Calibri"/>
                <a:ea typeface="Calibri"/>
                <a:cs typeface="Calibri"/>
                <a:sym typeface="Calibri"/>
              </a:rPr>
              <a:t>période stratégique</a:t>
            </a:r>
            <a:r>
              <a:rPr b="0" i="0" lang="en" sz="1100" u="none" cap="none" strike="noStrike">
                <a:solidFill>
                  <a:srgbClr val="666666"/>
                </a:solidFill>
                <a:latin typeface="Calibri"/>
                <a:ea typeface="Calibri"/>
                <a:cs typeface="Calibri"/>
                <a:sym typeface="Calibri"/>
              </a:rPr>
              <a:t> pour développer une offre de services incluant expertise et accompagnement complet, ciblant en priorité les petites et moyennes structures économiques.</a:t>
            </a:r>
            <a:endParaRPr b="0" i="0" sz="1100" u="none" cap="none" strike="noStrike">
              <a:solidFill>
                <a:srgbClr val="666666"/>
              </a:solidFill>
              <a:latin typeface="Calibri"/>
              <a:ea typeface="Calibri"/>
              <a:cs typeface="Calibri"/>
              <a:sym typeface="Calibri"/>
            </a:endParaRPr>
          </a:p>
        </p:txBody>
      </p:sp>
      <p:sp>
        <p:nvSpPr>
          <p:cNvPr id="262" name="Google Shape;262;p3"/>
          <p:cNvSpPr/>
          <p:nvPr/>
        </p:nvSpPr>
        <p:spPr>
          <a:xfrm>
            <a:off x="657421" y="95700"/>
            <a:ext cx="1305000" cy="120300"/>
          </a:xfrm>
          <a:prstGeom prst="chevron">
            <a:avLst>
              <a:gd fmla="val 65738" name="adj"/>
            </a:avLst>
          </a:prstGeom>
          <a:solidFill>
            <a:srgbClr val="558ED5"/>
          </a:solidFill>
          <a:ln>
            <a:noFill/>
          </a:ln>
          <a:effectLst>
            <a:outerShdw blurRad="57150" rotWithShape="0" algn="bl" dir="5520000" dist="19050">
              <a:srgbClr val="000000">
                <a:alpha val="20000"/>
              </a:srgbClr>
            </a:outerShdw>
          </a:effectLst>
        </p:spPr>
        <p:txBody>
          <a:bodyPr anchorCtr="0" anchor="ctr" bIns="47900" lIns="448800" spcFirstLastPara="1" rIns="353000" wrap="square" tIns="479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3" name="Google Shape;263;p3"/>
          <p:cNvSpPr/>
          <p:nvPr/>
        </p:nvSpPr>
        <p:spPr>
          <a:xfrm>
            <a:off x="196228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264" name="Google Shape;264;p3"/>
          <p:cNvSpPr/>
          <p:nvPr/>
        </p:nvSpPr>
        <p:spPr>
          <a:xfrm>
            <a:off x="326714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265" name="Google Shape;265;p3"/>
          <p:cNvSpPr/>
          <p:nvPr/>
        </p:nvSpPr>
        <p:spPr>
          <a:xfrm>
            <a:off x="457200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266" name="Google Shape;266;p3"/>
          <p:cNvSpPr/>
          <p:nvPr/>
        </p:nvSpPr>
        <p:spPr>
          <a:xfrm>
            <a:off x="587686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500" u="none" cap="none" strike="noStrike">
              <a:solidFill>
                <a:schemeClr val="dk1"/>
              </a:solidFill>
              <a:latin typeface="Calibri"/>
              <a:ea typeface="Calibri"/>
              <a:cs typeface="Calibri"/>
              <a:sym typeface="Calibri"/>
            </a:endParaRPr>
          </a:p>
        </p:txBody>
      </p:sp>
      <p:grpSp>
        <p:nvGrpSpPr>
          <p:cNvPr id="267" name="Google Shape;267;p3"/>
          <p:cNvGrpSpPr/>
          <p:nvPr/>
        </p:nvGrpSpPr>
        <p:grpSpPr>
          <a:xfrm>
            <a:off x="1212238" y="4680591"/>
            <a:ext cx="195595" cy="190494"/>
            <a:chOff x="6232525" y="1136651"/>
            <a:chExt cx="495303" cy="488948"/>
          </a:xfrm>
        </p:grpSpPr>
        <p:sp>
          <p:nvSpPr>
            <p:cNvPr id="268" name="Google Shape;268;p3"/>
            <p:cNvSpPr/>
            <p:nvPr/>
          </p:nvSpPr>
          <p:spPr>
            <a:xfrm>
              <a:off x="6518275" y="1273176"/>
              <a:ext cx="52388" cy="52388"/>
            </a:xfrm>
            <a:custGeom>
              <a:rect b="b" l="l" r="r" t="t"/>
              <a:pathLst>
                <a:path extrusionOk="0" h="360" w="360">
                  <a:moveTo>
                    <a:pt x="180" y="0"/>
                  </a:moveTo>
                  <a:lnTo>
                    <a:pt x="212" y="3"/>
                  </a:lnTo>
                  <a:lnTo>
                    <a:pt x="244" y="11"/>
                  </a:lnTo>
                  <a:lnTo>
                    <a:pt x="272" y="24"/>
                  </a:lnTo>
                  <a:lnTo>
                    <a:pt x="297" y="41"/>
                  </a:lnTo>
                  <a:lnTo>
                    <a:pt x="318" y="63"/>
                  </a:lnTo>
                  <a:lnTo>
                    <a:pt x="336" y="88"/>
                  </a:lnTo>
                  <a:lnTo>
                    <a:pt x="350" y="116"/>
                  </a:lnTo>
                  <a:lnTo>
                    <a:pt x="358" y="148"/>
                  </a:lnTo>
                  <a:lnTo>
                    <a:pt x="360" y="180"/>
                  </a:lnTo>
                  <a:lnTo>
                    <a:pt x="358" y="212"/>
                  </a:lnTo>
                  <a:lnTo>
                    <a:pt x="350" y="243"/>
                  </a:lnTo>
                  <a:lnTo>
                    <a:pt x="336" y="271"/>
                  </a:lnTo>
                  <a:lnTo>
                    <a:pt x="318" y="296"/>
                  </a:lnTo>
                  <a:lnTo>
                    <a:pt x="297" y="318"/>
                  </a:lnTo>
                  <a:lnTo>
                    <a:pt x="272" y="335"/>
                  </a:lnTo>
                  <a:lnTo>
                    <a:pt x="244" y="349"/>
                  </a:lnTo>
                  <a:lnTo>
                    <a:pt x="212" y="357"/>
                  </a:lnTo>
                  <a:lnTo>
                    <a:pt x="180" y="360"/>
                  </a:lnTo>
                  <a:lnTo>
                    <a:pt x="148" y="357"/>
                  </a:lnTo>
                  <a:lnTo>
                    <a:pt x="118" y="349"/>
                  </a:lnTo>
                  <a:lnTo>
                    <a:pt x="90" y="335"/>
                  </a:lnTo>
                  <a:lnTo>
                    <a:pt x="65" y="318"/>
                  </a:lnTo>
                  <a:lnTo>
                    <a:pt x="43" y="296"/>
                  </a:lnTo>
                  <a:lnTo>
                    <a:pt x="25" y="271"/>
                  </a:lnTo>
                  <a:lnTo>
                    <a:pt x="12" y="243"/>
                  </a:lnTo>
                  <a:lnTo>
                    <a:pt x="3" y="212"/>
                  </a:lnTo>
                  <a:lnTo>
                    <a:pt x="0" y="180"/>
                  </a:lnTo>
                  <a:lnTo>
                    <a:pt x="3" y="148"/>
                  </a:lnTo>
                  <a:lnTo>
                    <a:pt x="12" y="116"/>
                  </a:lnTo>
                  <a:lnTo>
                    <a:pt x="25" y="88"/>
                  </a:lnTo>
                  <a:lnTo>
                    <a:pt x="43" y="63"/>
                  </a:lnTo>
                  <a:lnTo>
                    <a:pt x="65" y="41"/>
                  </a:lnTo>
                  <a:lnTo>
                    <a:pt x="90" y="24"/>
                  </a:lnTo>
                  <a:lnTo>
                    <a:pt x="118" y="11"/>
                  </a:lnTo>
                  <a:lnTo>
                    <a:pt x="148" y="3"/>
                  </a:lnTo>
                  <a:lnTo>
                    <a:pt x="180" y="0"/>
                  </a:lnTo>
                  <a:close/>
                </a:path>
              </a:pathLst>
            </a:custGeom>
            <a:solidFill>
              <a:srgbClr val="27A2D7"/>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9" name="Google Shape;269;p3"/>
            <p:cNvSpPr/>
            <p:nvPr/>
          </p:nvSpPr>
          <p:spPr>
            <a:xfrm>
              <a:off x="6361113" y="1136651"/>
              <a:ext cx="366715" cy="365125"/>
            </a:xfrm>
            <a:custGeom>
              <a:rect b="b" l="l" r="r" t="t"/>
              <a:pathLst>
                <a:path extrusionOk="0" h="2537" w="2533">
                  <a:moveTo>
                    <a:pt x="1266" y="706"/>
                  </a:moveTo>
                  <a:lnTo>
                    <a:pt x="1206" y="709"/>
                  </a:lnTo>
                  <a:lnTo>
                    <a:pt x="1146" y="719"/>
                  </a:lnTo>
                  <a:lnTo>
                    <a:pt x="1089" y="735"/>
                  </a:lnTo>
                  <a:lnTo>
                    <a:pt x="1035" y="756"/>
                  </a:lnTo>
                  <a:lnTo>
                    <a:pt x="983" y="783"/>
                  </a:lnTo>
                  <a:lnTo>
                    <a:pt x="935" y="815"/>
                  </a:lnTo>
                  <a:lnTo>
                    <a:pt x="891" y="852"/>
                  </a:lnTo>
                  <a:lnTo>
                    <a:pt x="850" y="892"/>
                  </a:lnTo>
                  <a:lnTo>
                    <a:pt x="814" y="937"/>
                  </a:lnTo>
                  <a:lnTo>
                    <a:pt x="781" y="985"/>
                  </a:lnTo>
                  <a:lnTo>
                    <a:pt x="755" y="1036"/>
                  </a:lnTo>
                  <a:lnTo>
                    <a:pt x="734" y="1091"/>
                  </a:lnTo>
                  <a:lnTo>
                    <a:pt x="718" y="1149"/>
                  </a:lnTo>
                  <a:lnTo>
                    <a:pt x="709" y="1207"/>
                  </a:lnTo>
                  <a:lnTo>
                    <a:pt x="704" y="1269"/>
                  </a:lnTo>
                  <a:lnTo>
                    <a:pt x="709" y="1330"/>
                  </a:lnTo>
                  <a:lnTo>
                    <a:pt x="718" y="1390"/>
                  </a:lnTo>
                  <a:lnTo>
                    <a:pt x="734" y="1447"/>
                  </a:lnTo>
                  <a:lnTo>
                    <a:pt x="755" y="1501"/>
                  </a:lnTo>
                  <a:lnTo>
                    <a:pt x="781" y="1553"/>
                  </a:lnTo>
                  <a:lnTo>
                    <a:pt x="814" y="1601"/>
                  </a:lnTo>
                  <a:lnTo>
                    <a:pt x="850" y="1646"/>
                  </a:lnTo>
                  <a:lnTo>
                    <a:pt x="891" y="1687"/>
                  </a:lnTo>
                  <a:lnTo>
                    <a:pt x="935" y="1723"/>
                  </a:lnTo>
                  <a:lnTo>
                    <a:pt x="983" y="1754"/>
                  </a:lnTo>
                  <a:lnTo>
                    <a:pt x="1035" y="1781"/>
                  </a:lnTo>
                  <a:lnTo>
                    <a:pt x="1089" y="1803"/>
                  </a:lnTo>
                  <a:lnTo>
                    <a:pt x="1146" y="1819"/>
                  </a:lnTo>
                  <a:lnTo>
                    <a:pt x="1206" y="1828"/>
                  </a:lnTo>
                  <a:lnTo>
                    <a:pt x="1266" y="1831"/>
                  </a:lnTo>
                  <a:lnTo>
                    <a:pt x="1327" y="1828"/>
                  </a:lnTo>
                  <a:lnTo>
                    <a:pt x="1387" y="1819"/>
                  </a:lnTo>
                  <a:lnTo>
                    <a:pt x="1444" y="1803"/>
                  </a:lnTo>
                  <a:lnTo>
                    <a:pt x="1498" y="1781"/>
                  </a:lnTo>
                  <a:lnTo>
                    <a:pt x="1550" y="1754"/>
                  </a:lnTo>
                  <a:lnTo>
                    <a:pt x="1598" y="1723"/>
                  </a:lnTo>
                  <a:lnTo>
                    <a:pt x="1643" y="1687"/>
                  </a:lnTo>
                  <a:lnTo>
                    <a:pt x="1683" y="1646"/>
                  </a:lnTo>
                  <a:lnTo>
                    <a:pt x="1720" y="1601"/>
                  </a:lnTo>
                  <a:lnTo>
                    <a:pt x="1751" y="1553"/>
                  </a:lnTo>
                  <a:lnTo>
                    <a:pt x="1778" y="1501"/>
                  </a:lnTo>
                  <a:lnTo>
                    <a:pt x="1800" y="1447"/>
                  </a:lnTo>
                  <a:lnTo>
                    <a:pt x="1815" y="1390"/>
                  </a:lnTo>
                  <a:lnTo>
                    <a:pt x="1825" y="1330"/>
                  </a:lnTo>
                  <a:lnTo>
                    <a:pt x="1828" y="1269"/>
                  </a:lnTo>
                  <a:lnTo>
                    <a:pt x="1825" y="1207"/>
                  </a:lnTo>
                  <a:lnTo>
                    <a:pt x="1815" y="1149"/>
                  </a:lnTo>
                  <a:lnTo>
                    <a:pt x="1800" y="1091"/>
                  </a:lnTo>
                  <a:lnTo>
                    <a:pt x="1778" y="1036"/>
                  </a:lnTo>
                  <a:lnTo>
                    <a:pt x="1751" y="985"/>
                  </a:lnTo>
                  <a:lnTo>
                    <a:pt x="1720" y="937"/>
                  </a:lnTo>
                  <a:lnTo>
                    <a:pt x="1683" y="892"/>
                  </a:lnTo>
                  <a:lnTo>
                    <a:pt x="1643" y="852"/>
                  </a:lnTo>
                  <a:lnTo>
                    <a:pt x="1598" y="815"/>
                  </a:lnTo>
                  <a:lnTo>
                    <a:pt x="1550" y="783"/>
                  </a:lnTo>
                  <a:lnTo>
                    <a:pt x="1498" y="756"/>
                  </a:lnTo>
                  <a:lnTo>
                    <a:pt x="1444" y="735"/>
                  </a:lnTo>
                  <a:lnTo>
                    <a:pt x="1387" y="719"/>
                  </a:lnTo>
                  <a:lnTo>
                    <a:pt x="1327" y="709"/>
                  </a:lnTo>
                  <a:lnTo>
                    <a:pt x="1266" y="706"/>
                  </a:lnTo>
                  <a:close/>
                  <a:moveTo>
                    <a:pt x="1030" y="0"/>
                  </a:moveTo>
                  <a:lnTo>
                    <a:pt x="1503" y="0"/>
                  </a:lnTo>
                  <a:lnTo>
                    <a:pt x="1525" y="3"/>
                  </a:lnTo>
                  <a:lnTo>
                    <a:pt x="1545" y="12"/>
                  </a:lnTo>
                  <a:lnTo>
                    <a:pt x="1561" y="24"/>
                  </a:lnTo>
                  <a:lnTo>
                    <a:pt x="1574" y="41"/>
                  </a:lnTo>
                  <a:lnTo>
                    <a:pt x="1582" y="61"/>
                  </a:lnTo>
                  <a:lnTo>
                    <a:pt x="1585" y="83"/>
                  </a:lnTo>
                  <a:lnTo>
                    <a:pt x="1585" y="288"/>
                  </a:lnTo>
                  <a:lnTo>
                    <a:pt x="1635" y="306"/>
                  </a:lnTo>
                  <a:lnTo>
                    <a:pt x="1685" y="326"/>
                  </a:lnTo>
                  <a:lnTo>
                    <a:pt x="1733" y="349"/>
                  </a:lnTo>
                  <a:lnTo>
                    <a:pt x="1879" y="205"/>
                  </a:lnTo>
                  <a:lnTo>
                    <a:pt x="1893" y="192"/>
                  </a:lnTo>
                  <a:lnTo>
                    <a:pt x="1910" y="185"/>
                  </a:lnTo>
                  <a:lnTo>
                    <a:pt x="1928" y="181"/>
                  </a:lnTo>
                  <a:lnTo>
                    <a:pt x="1945" y="181"/>
                  </a:lnTo>
                  <a:lnTo>
                    <a:pt x="1963" y="185"/>
                  </a:lnTo>
                  <a:lnTo>
                    <a:pt x="1980" y="192"/>
                  </a:lnTo>
                  <a:lnTo>
                    <a:pt x="1994" y="205"/>
                  </a:lnTo>
                  <a:lnTo>
                    <a:pt x="2329" y="540"/>
                  </a:lnTo>
                  <a:lnTo>
                    <a:pt x="2340" y="555"/>
                  </a:lnTo>
                  <a:lnTo>
                    <a:pt x="2349" y="571"/>
                  </a:lnTo>
                  <a:lnTo>
                    <a:pt x="2353" y="589"/>
                  </a:lnTo>
                  <a:lnTo>
                    <a:pt x="2353" y="607"/>
                  </a:lnTo>
                  <a:lnTo>
                    <a:pt x="2349" y="625"/>
                  </a:lnTo>
                  <a:lnTo>
                    <a:pt x="2340" y="641"/>
                  </a:lnTo>
                  <a:lnTo>
                    <a:pt x="2329" y="656"/>
                  </a:lnTo>
                  <a:lnTo>
                    <a:pt x="2183" y="802"/>
                  </a:lnTo>
                  <a:lnTo>
                    <a:pt x="2206" y="850"/>
                  </a:lnTo>
                  <a:lnTo>
                    <a:pt x="2227" y="899"/>
                  </a:lnTo>
                  <a:lnTo>
                    <a:pt x="2245" y="950"/>
                  </a:lnTo>
                  <a:lnTo>
                    <a:pt x="2451" y="950"/>
                  </a:lnTo>
                  <a:lnTo>
                    <a:pt x="2472" y="953"/>
                  </a:lnTo>
                  <a:lnTo>
                    <a:pt x="2491" y="961"/>
                  </a:lnTo>
                  <a:lnTo>
                    <a:pt x="2508" y="974"/>
                  </a:lnTo>
                  <a:lnTo>
                    <a:pt x="2521" y="990"/>
                  </a:lnTo>
                  <a:lnTo>
                    <a:pt x="2530" y="1010"/>
                  </a:lnTo>
                  <a:lnTo>
                    <a:pt x="2533" y="1032"/>
                  </a:lnTo>
                  <a:lnTo>
                    <a:pt x="2533" y="1506"/>
                  </a:lnTo>
                  <a:lnTo>
                    <a:pt x="2530" y="1528"/>
                  </a:lnTo>
                  <a:lnTo>
                    <a:pt x="2521" y="1548"/>
                  </a:lnTo>
                  <a:lnTo>
                    <a:pt x="2508" y="1565"/>
                  </a:lnTo>
                  <a:lnTo>
                    <a:pt x="2492" y="1577"/>
                  </a:lnTo>
                  <a:lnTo>
                    <a:pt x="2472" y="1585"/>
                  </a:lnTo>
                  <a:lnTo>
                    <a:pt x="2451" y="1589"/>
                  </a:lnTo>
                  <a:lnTo>
                    <a:pt x="2245" y="1589"/>
                  </a:lnTo>
                  <a:lnTo>
                    <a:pt x="2227" y="1639"/>
                  </a:lnTo>
                  <a:lnTo>
                    <a:pt x="2207" y="1689"/>
                  </a:lnTo>
                  <a:lnTo>
                    <a:pt x="2183" y="1737"/>
                  </a:lnTo>
                  <a:lnTo>
                    <a:pt x="2329" y="1882"/>
                  </a:lnTo>
                  <a:lnTo>
                    <a:pt x="2340" y="1897"/>
                  </a:lnTo>
                  <a:lnTo>
                    <a:pt x="2349" y="1914"/>
                  </a:lnTo>
                  <a:lnTo>
                    <a:pt x="2353" y="1931"/>
                  </a:lnTo>
                  <a:lnTo>
                    <a:pt x="2353" y="1949"/>
                  </a:lnTo>
                  <a:lnTo>
                    <a:pt x="2349" y="1967"/>
                  </a:lnTo>
                  <a:lnTo>
                    <a:pt x="2340" y="1984"/>
                  </a:lnTo>
                  <a:lnTo>
                    <a:pt x="2329" y="1998"/>
                  </a:lnTo>
                  <a:lnTo>
                    <a:pt x="1994" y="2334"/>
                  </a:lnTo>
                  <a:lnTo>
                    <a:pt x="1980" y="2345"/>
                  </a:lnTo>
                  <a:lnTo>
                    <a:pt x="1963" y="2354"/>
                  </a:lnTo>
                  <a:lnTo>
                    <a:pt x="1945" y="2357"/>
                  </a:lnTo>
                  <a:lnTo>
                    <a:pt x="1928" y="2357"/>
                  </a:lnTo>
                  <a:lnTo>
                    <a:pt x="1910" y="2354"/>
                  </a:lnTo>
                  <a:lnTo>
                    <a:pt x="1893" y="2345"/>
                  </a:lnTo>
                  <a:lnTo>
                    <a:pt x="1879" y="2334"/>
                  </a:lnTo>
                  <a:lnTo>
                    <a:pt x="1733" y="2188"/>
                  </a:lnTo>
                  <a:lnTo>
                    <a:pt x="1685" y="2211"/>
                  </a:lnTo>
                  <a:lnTo>
                    <a:pt x="1635" y="2232"/>
                  </a:lnTo>
                  <a:lnTo>
                    <a:pt x="1585" y="2249"/>
                  </a:lnTo>
                  <a:lnTo>
                    <a:pt x="1585" y="2456"/>
                  </a:lnTo>
                  <a:lnTo>
                    <a:pt x="1582" y="2478"/>
                  </a:lnTo>
                  <a:lnTo>
                    <a:pt x="1574" y="2496"/>
                  </a:lnTo>
                  <a:lnTo>
                    <a:pt x="1561" y="2513"/>
                  </a:lnTo>
                  <a:lnTo>
                    <a:pt x="1545" y="2527"/>
                  </a:lnTo>
                  <a:lnTo>
                    <a:pt x="1525" y="2535"/>
                  </a:lnTo>
                  <a:lnTo>
                    <a:pt x="1503" y="2537"/>
                  </a:lnTo>
                  <a:lnTo>
                    <a:pt x="1030" y="2537"/>
                  </a:lnTo>
                  <a:lnTo>
                    <a:pt x="1008" y="2535"/>
                  </a:lnTo>
                  <a:lnTo>
                    <a:pt x="988" y="2527"/>
                  </a:lnTo>
                  <a:lnTo>
                    <a:pt x="972" y="2513"/>
                  </a:lnTo>
                  <a:lnTo>
                    <a:pt x="959" y="2496"/>
                  </a:lnTo>
                  <a:lnTo>
                    <a:pt x="951" y="2478"/>
                  </a:lnTo>
                  <a:lnTo>
                    <a:pt x="948" y="2456"/>
                  </a:lnTo>
                  <a:lnTo>
                    <a:pt x="948" y="2249"/>
                  </a:lnTo>
                  <a:lnTo>
                    <a:pt x="873" y="2222"/>
                  </a:lnTo>
                  <a:lnTo>
                    <a:pt x="800" y="2188"/>
                  </a:lnTo>
                  <a:lnTo>
                    <a:pt x="655" y="2334"/>
                  </a:lnTo>
                  <a:lnTo>
                    <a:pt x="640" y="2345"/>
                  </a:lnTo>
                  <a:lnTo>
                    <a:pt x="623" y="2354"/>
                  </a:lnTo>
                  <a:lnTo>
                    <a:pt x="606" y="2357"/>
                  </a:lnTo>
                  <a:lnTo>
                    <a:pt x="588" y="2357"/>
                  </a:lnTo>
                  <a:lnTo>
                    <a:pt x="570" y="2354"/>
                  </a:lnTo>
                  <a:lnTo>
                    <a:pt x="554" y="2345"/>
                  </a:lnTo>
                  <a:lnTo>
                    <a:pt x="539" y="2334"/>
                  </a:lnTo>
                  <a:lnTo>
                    <a:pt x="204" y="1998"/>
                  </a:lnTo>
                  <a:lnTo>
                    <a:pt x="191" y="1981"/>
                  </a:lnTo>
                  <a:lnTo>
                    <a:pt x="182" y="1962"/>
                  </a:lnTo>
                  <a:lnTo>
                    <a:pt x="180" y="1940"/>
                  </a:lnTo>
                  <a:lnTo>
                    <a:pt x="182" y="1919"/>
                  </a:lnTo>
                  <a:lnTo>
                    <a:pt x="191" y="1899"/>
                  </a:lnTo>
                  <a:lnTo>
                    <a:pt x="204" y="1882"/>
                  </a:lnTo>
                  <a:lnTo>
                    <a:pt x="349" y="1737"/>
                  </a:lnTo>
                  <a:lnTo>
                    <a:pt x="316" y="1664"/>
                  </a:lnTo>
                  <a:lnTo>
                    <a:pt x="287" y="1589"/>
                  </a:lnTo>
                  <a:lnTo>
                    <a:pt x="83" y="1589"/>
                  </a:lnTo>
                  <a:lnTo>
                    <a:pt x="61" y="1585"/>
                  </a:lnTo>
                  <a:lnTo>
                    <a:pt x="41" y="1577"/>
                  </a:lnTo>
                  <a:lnTo>
                    <a:pt x="24" y="1565"/>
                  </a:lnTo>
                  <a:lnTo>
                    <a:pt x="12" y="1548"/>
                  </a:lnTo>
                  <a:lnTo>
                    <a:pt x="4" y="1528"/>
                  </a:lnTo>
                  <a:lnTo>
                    <a:pt x="0" y="1506"/>
                  </a:lnTo>
                  <a:lnTo>
                    <a:pt x="0" y="1032"/>
                  </a:lnTo>
                  <a:lnTo>
                    <a:pt x="4" y="1010"/>
                  </a:lnTo>
                  <a:lnTo>
                    <a:pt x="12" y="990"/>
                  </a:lnTo>
                  <a:lnTo>
                    <a:pt x="24" y="974"/>
                  </a:lnTo>
                  <a:lnTo>
                    <a:pt x="41" y="961"/>
                  </a:lnTo>
                  <a:lnTo>
                    <a:pt x="61" y="953"/>
                  </a:lnTo>
                  <a:lnTo>
                    <a:pt x="83" y="950"/>
                  </a:lnTo>
                  <a:lnTo>
                    <a:pt x="287" y="950"/>
                  </a:lnTo>
                  <a:lnTo>
                    <a:pt x="305" y="899"/>
                  </a:lnTo>
                  <a:lnTo>
                    <a:pt x="326" y="850"/>
                  </a:lnTo>
                  <a:lnTo>
                    <a:pt x="349" y="802"/>
                  </a:lnTo>
                  <a:lnTo>
                    <a:pt x="204" y="656"/>
                  </a:lnTo>
                  <a:lnTo>
                    <a:pt x="192" y="641"/>
                  </a:lnTo>
                  <a:lnTo>
                    <a:pt x="184" y="625"/>
                  </a:lnTo>
                  <a:lnTo>
                    <a:pt x="180" y="607"/>
                  </a:lnTo>
                  <a:lnTo>
                    <a:pt x="180" y="589"/>
                  </a:lnTo>
                  <a:lnTo>
                    <a:pt x="184" y="571"/>
                  </a:lnTo>
                  <a:lnTo>
                    <a:pt x="192" y="555"/>
                  </a:lnTo>
                  <a:lnTo>
                    <a:pt x="204" y="540"/>
                  </a:lnTo>
                  <a:lnTo>
                    <a:pt x="539" y="205"/>
                  </a:lnTo>
                  <a:lnTo>
                    <a:pt x="556" y="191"/>
                  </a:lnTo>
                  <a:lnTo>
                    <a:pt x="576" y="183"/>
                  </a:lnTo>
                  <a:lnTo>
                    <a:pt x="596" y="181"/>
                  </a:lnTo>
                  <a:lnTo>
                    <a:pt x="618" y="183"/>
                  </a:lnTo>
                  <a:lnTo>
                    <a:pt x="638" y="191"/>
                  </a:lnTo>
                  <a:lnTo>
                    <a:pt x="655" y="205"/>
                  </a:lnTo>
                  <a:lnTo>
                    <a:pt x="800" y="349"/>
                  </a:lnTo>
                  <a:lnTo>
                    <a:pt x="848" y="326"/>
                  </a:lnTo>
                  <a:lnTo>
                    <a:pt x="897" y="306"/>
                  </a:lnTo>
                  <a:lnTo>
                    <a:pt x="948" y="288"/>
                  </a:lnTo>
                  <a:lnTo>
                    <a:pt x="948" y="83"/>
                  </a:lnTo>
                  <a:lnTo>
                    <a:pt x="951" y="61"/>
                  </a:lnTo>
                  <a:lnTo>
                    <a:pt x="959" y="41"/>
                  </a:lnTo>
                  <a:lnTo>
                    <a:pt x="972" y="24"/>
                  </a:lnTo>
                  <a:lnTo>
                    <a:pt x="988" y="12"/>
                  </a:lnTo>
                  <a:lnTo>
                    <a:pt x="1008" y="3"/>
                  </a:lnTo>
                  <a:lnTo>
                    <a:pt x="1030" y="0"/>
                  </a:lnTo>
                  <a:close/>
                </a:path>
              </a:pathLst>
            </a:custGeom>
            <a:solidFill>
              <a:srgbClr val="27A2D7"/>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0" name="Google Shape;270;p3"/>
            <p:cNvSpPr/>
            <p:nvPr/>
          </p:nvSpPr>
          <p:spPr>
            <a:xfrm>
              <a:off x="6232525" y="1427163"/>
              <a:ext cx="198437" cy="198436"/>
            </a:xfrm>
            <a:custGeom>
              <a:rect b="b" l="l" r="r" t="t"/>
              <a:pathLst>
                <a:path extrusionOk="0" h="1376" w="1374">
                  <a:moveTo>
                    <a:pt x="687" y="407"/>
                  </a:moveTo>
                  <a:lnTo>
                    <a:pt x="646" y="410"/>
                  </a:lnTo>
                  <a:lnTo>
                    <a:pt x="606" y="419"/>
                  </a:lnTo>
                  <a:lnTo>
                    <a:pt x="569" y="433"/>
                  </a:lnTo>
                  <a:lnTo>
                    <a:pt x="535" y="452"/>
                  </a:lnTo>
                  <a:lnTo>
                    <a:pt x="503" y="476"/>
                  </a:lnTo>
                  <a:lnTo>
                    <a:pt x="475" y="504"/>
                  </a:lnTo>
                  <a:lnTo>
                    <a:pt x="451" y="535"/>
                  </a:lnTo>
                  <a:lnTo>
                    <a:pt x="433" y="570"/>
                  </a:lnTo>
                  <a:lnTo>
                    <a:pt x="418" y="607"/>
                  </a:lnTo>
                  <a:lnTo>
                    <a:pt x="410" y="647"/>
                  </a:lnTo>
                  <a:lnTo>
                    <a:pt x="407" y="689"/>
                  </a:lnTo>
                  <a:lnTo>
                    <a:pt x="410" y="729"/>
                  </a:lnTo>
                  <a:lnTo>
                    <a:pt x="418" y="770"/>
                  </a:lnTo>
                  <a:lnTo>
                    <a:pt x="433" y="806"/>
                  </a:lnTo>
                  <a:lnTo>
                    <a:pt x="451" y="841"/>
                  </a:lnTo>
                  <a:lnTo>
                    <a:pt x="475" y="873"/>
                  </a:lnTo>
                  <a:lnTo>
                    <a:pt x="503" y="900"/>
                  </a:lnTo>
                  <a:lnTo>
                    <a:pt x="535" y="924"/>
                  </a:lnTo>
                  <a:lnTo>
                    <a:pt x="569" y="943"/>
                  </a:lnTo>
                  <a:lnTo>
                    <a:pt x="606" y="957"/>
                  </a:lnTo>
                  <a:lnTo>
                    <a:pt x="646" y="967"/>
                  </a:lnTo>
                  <a:lnTo>
                    <a:pt x="687" y="969"/>
                  </a:lnTo>
                  <a:lnTo>
                    <a:pt x="728" y="967"/>
                  </a:lnTo>
                  <a:lnTo>
                    <a:pt x="768" y="957"/>
                  </a:lnTo>
                  <a:lnTo>
                    <a:pt x="805" y="943"/>
                  </a:lnTo>
                  <a:lnTo>
                    <a:pt x="839" y="924"/>
                  </a:lnTo>
                  <a:lnTo>
                    <a:pt x="872" y="900"/>
                  </a:lnTo>
                  <a:lnTo>
                    <a:pt x="899" y="873"/>
                  </a:lnTo>
                  <a:lnTo>
                    <a:pt x="922" y="841"/>
                  </a:lnTo>
                  <a:lnTo>
                    <a:pt x="941" y="806"/>
                  </a:lnTo>
                  <a:lnTo>
                    <a:pt x="956" y="770"/>
                  </a:lnTo>
                  <a:lnTo>
                    <a:pt x="965" y="729"/>
                  </a:lnTo>
                  <a:lnTo>
                    <a:pt x="967" y="689"/>
                  </a:lnTo>
                  <a:lnTo>
                    <a:pt x="965" y="647"/>
                  </a:lnTo>
                  <a:lnTo>
                    <a:pt x="956" y="607"/>
                  </a:lnTo>
                  <a:lnTo>
                    <a:pt x="941" y="570"/>
                  </a:lnTo>
                  <a:lnTo>
                    <a:pt x="922" y="535"/>
                  </a:lnTo>
                  <a:lnTo>
                    <a:pt x="899" y="504"/>
                  </a:lnTo>
                  <a:lnTo>
                    <a:pt x="872" y="476"/>
                  </a:lnTo>
                  <a:lnTo>
                    <a:pt x="839" y="452"/>
                  </a:lnTo>
                  <a:lnTo>
                    <a:pt x="805" y="433"/>
                  </a:lnTo>
                  <a:lnTo>
                    <a:pt x="768" y="419"/>
                  </a:lnTo>
                  <a:lnTo>
                    <a:pt x="728" y="410"/>
                  </a:lnTo>
                  <a:lnTo>
                    <a:pt x="687" y="407"/>
                  </a:lnTo>
                  <a:close/>
                  <a:moveTo>
                    <a:pt x="566" y="0"/>
                  </a:moveTo>
                  <a:lnTo>
                    <a:pt x="808" y="0"/>
                  </a:lnTo>
                  <a:lnTo>
                    <a:pt x="830" y="3"/>
                  </a:lnTo>
                  <a:lnTo>
                    <a:pt x="850" y="11"/>
                  </a:lnTo>
                  <a:lnTo>
                    <a:pt x="866" y="24"/>
                  </a:lnTo>
                  <a:lnTo>
                    <a:pt x="879" y="40"/>
                  </a:lnTo>
                  <a:lnTo>
                    <a:pt x="887" y="60"/>
                  </a:lnTo>
                  <a:lnTo>
                    <a:pt x="890" y="82"/>
                  </a:lnTo>
                  <a:lnTo>
                    <a:pt x="890" y="159"/>
                  </a:lnTo>
                  <a:lnTo>
                    <a:pt x="917" y="170"/>
                  </a:lnTo>
                  <a:lnTo>
                    <a:pt x="971" y="115"/>
                  </a:lnTo>
                  <a:lnTo>
                    <a:pt x="986" y="104"/>
                  </a:lnTo>
                  <a:lnTo>
                    <a:pt x="1003" y="96"/>
                  </a:lnTo>
                  <a:lnTo>
                    <a:pt x="1020" y="92"/>
                  </a:lnTo>
                  <a:lnTo>
                    <a:pt x="1038" y="92"/>
                  </a:lnTo>
                  <a:lnTo>
                    <a:pt x="1056" y="96"/>
                  </a:lnTo>
                  <a:lnTo>
                    <a:pt x="1072" y="104"/>
                  </a:lnTo>
                  <a:lnTo>
                    <a:pt x="1087" y="115"/>
                  </a:lnTo>
                  <a:lnTo>
                    <a:pt x="1258" y="287"/>
                  </a:lnTo>
                  <a:lnTo>
                    <a:pt x="1270" y="302"/>
                  </a:lnTo>
                  <a:lnTo>
                    <a:pt x="1278" y="319"/>
                  </a:lnTo>
                  <a:lnTo>
                    <a:pt x="1282" y="336"/>
                  </a:lnTo>
                  <a:lnTo>
                    <a:pt x="1282" y="354"/>
                  </a:lnTo>
                  <a:lnTo>
                    <a:pt x="1278" y="372"/>
                  </a:lnTo>
                  <a:lnTo>
                    <a:pt x="1270" y="388"/>
                  </a:lnTo>
                  <a:lnTo>
                    <a:pt x="1258" y="403"/>
                  </a:lnTo>
                  <a:lnTo>
                    <a:pt x="1204" y="457"/>
                  </a:lnTo>
                  <a:lnTo>
                    <a:pt x="1216" y="485"/>
                  </a:lnTo>
                  <a:lnTo>
                    <a:pt x="1292" y="485"/>
                  </a:lnTo>
                  <a:lnTo>
                    <a:pt x="1314" y="487"/>
                  </a:lnTo>
                  <a:lnTo>
                    <a:pt x="1333" y="496"/>
                  </a:lnTo>
                  <a:lnTo>
                    <a:pt x="1350" y="509"/>
                  </a:lnTo>
                  <a:lnTo>
                    <a:pt x="1362" y="526"/>
                  </a:lnTo>
                  <a:lnTo>
                    <a:pt x="1371" y="545"/>
                  </a:lnTo>
                  <a:lnTo>
                    <a:pt x="1374" y="567"/>
                  </a:lnTo>
                  <a:lnTo>
                    <a:pt x="1374" y="809"/>
                  </a:lnTo>
                  <a:lnTo>
                    <a:pt x="1371" y="831"/>
                  </a:lnTo>
                  <a:lnTo>
                    <a:pt x="1362" y="851"/>
                  </a:lnTo>
                  <a:lnTo>
                    <a:pt x="1350" y="868"/>
                  </a:lnTo>
                  <a:lnTo>
                    <a:pt x="1333" y="880"/>
                  </a:lnTo>
                  <a:lnTo>
                    <a:pt x="1314" y="889"/>
                  </a:lnTo>
                  <a:lnTo>
                    <a:pt x="1292" y="892"/>
                  </a:lnTo>
                  <a:lnTo>
                    <a:pt x="1216" y="892"/>
                  </a:lnTo>
                  <a:lnTo>
                    <a:pt x="1204" y="919"/>
                  </a:lnTo>
                  <a:lnTo>
                    <a:pt x="1258" y="973"/>
                  </a:lnTo>
                  <a:lnTo>
                    <a:pt x="1270" y="988"/>
                  </a:lnTo>
                  <a:lnTo>
                    <a:pt x="1278" y="1004"/>
                  </a:lnTo>
                  <a:lnTo>
                    <a:pt x="1282" y="1022"/>
                  </a:lnTo>
                  <a:lnTo>
                    <a:pt x="1282" y="1040"/>
                  </a:lnTo>
                  <a:lnTo>
                    <a:pt x="1278" y="1058"/>
                  </a:lnTo>
                  <a:lnTo>
                    <a:pt x="1270" y="1074"/>
                  </a:lnTo>
                  <a:lnTo>
                    <a:pt x="1258" y="1089"/>
                  </a:lnTo>
                  <a:lnTo>
                    <a:pt x="1087" y="1261"/>
                  </a:lnTo>
                  <a:lnTo>
                    <a:pt x="1072" y="1272"/>
                  </a:lnTo>
                  <a:lnTo>
                    <a:pt x="1056" y="1281"/>
                  </a:lnTo>
                  <a:lnTo>
                    <a:pt x="1038" y="1285"/>
                  </a:lnTo>
                  <a:lnTo>
                    <a:pt x="1020" y="1285"/>
                  </a:lnTo>
                  <a:lnTo>
                    <a:pt x="1003" y="1281"/>
                  </a:lnTo>
                  <a:lnTo>
                    <a:pt x="986" y="1272"/>
                  </a:lnTo>
                  <a:lnTo>
                    <a:pt x="971" y="1261"/>
                  </a:lnTo>
                  <a:lnTo>
                    <a:pt x="917" y="1207"/>
                  </a:lnTo>
                  <a:lnTo>
                    <a:pt x="890" y="1218"/>
                  </a:lnTo>
                  <a:lnTo>
                    <a:pt x="890" y="1295"/>
                  </a:lnTo>
                  <a:lnTo>
                    <a:pt x="887" y="1316"/>
                  </a:lnTo>
                  <a:lnTo>
                    <a:pt x="879" y="1336"/>
                  </a:lnTo>
                  <a:lnTo>
                    <a:pt x="866" y="1352"/>
                  </a:lnTo>
                  <a:lnTo>
                    <a:pt x="850" y="1366"/>
                  </a:lnTo>
                  <a:lnTo>
                    <a:pt x="830" y="1373"/>
                  </a:lnTo>
                  <a:lnTo>
                    <a:pt x="808" y="1376"/>
                  </a:lnTo>
                  <a:lnTo>
                    <a:pt x="566" y="1376"/>
                  </a:lnTo>
                  <a:lnTo>
                    <a:pt x="544" y="1373"/>
                  </a:lnTo>
                  <a:lnTo>
                    <a:pt x="524" y="1366"/>
                  </a:lnTo>
                  <a:lnTo>
                    <a:pt x="509" y="1352"/>
                  </a:lnTo>
                  <a:lnTo>
                    <a:pt x="495" y="1336"/>
                  </a:lnTo>
                  <a:lnTo>
                    <a:pt x="487" y="1316"/>
                  </a:lnTo>
                  <a:lnTo>
                    <a:pt x="485" y="1295"/>
                  </a:lnTo>
                  <a:lnTo>
                    <a:pt x="485" y="1218"/>
                  </a:lnTo>
                  <a:lnTo>
                    <a:pt x="457" y="1207"/>
                  </a:lnTo>
                  <a:lnTo>
                    <a:pt x="402" y="1261"/>
                  </a:lnTo>
                  <a:lnTo>
                    <a:pt x="388" y="1272"/>
                  </a:lnTo>
                  <a:lnTo>
                    <a:pt x="371" y="1281"/>
                  </a:lnTo>
                  <a:lnTo>
                    <a:pt x="354" y="1285"/>
                  </a:lnTo>
                  <a:lnTo>
                    <a:pt x="336" y="1285"/>
                  </a:lnTo>
                  <a:lnTo>
                    <a:pt x="318" y="1281"/>
                  </a:lnTo>
                  <a:lnTo>
                    <a:pt x="302" y="1272"/>
                  </a:lnTo>
                  <a:lnTo>
                    <a:pt x="287" y="1261"/>
                  </a:lnTo>
                  <a:lnTo>
                    <a:pt x="115" y="1089"/>
                  </a:lnTo>
                  <a:lnTo>
                    <a:pt x="104" y="1074"/>
                  </a:lnTo>
                  <a:lnTo>
                    <a:pt x="96" y="1058"/>
                  </a:lnTo>
                  <a:lnTo>
                    <a:pt x="93" y="1040"/>
                  </a:lnTo>
                  <a:lnTo>
                    <a:pt x="93" y="1022"/>
                  </a:lnTo>
                  <a:lnTo>
                    <a:pt x="96" y="1004"/>
                  </a:lnTo>
                  <a:lnTo>
                    <a:pt x="104" y="988"/>
                  </a:lnTo>
                  <a:lnTo>
                    <a:pt x="115" y="973"/>
                  </a:lnTo>
                  <a:lnTo>
                    <a:pt x="170" y="919"/>
                  </a:lnTo>
                  <a:lnTo>
                    <a:pt x="158" y="892"/>
                  </a:lnTo>
                  <a:lnTo>
                    <a:pt x="82" y="892"/>
                  </a:lnTo>
                  <a:lnTo>
                    <a:pt x="60" y="889"/>
                  </a:lnTo>
                  <a:lnTo>
                    <a:pt x="41" y="880"/>
                  </a:lnTo>
                  <a:lnTo>
                    <a:pt x="24" y="868"/>
                  </a:lnTo>
                  <a:lnTo>
                    <a:pt x="11" y="851"/>
                  </a:lnTo>
                  <a:lnTo>
                    <a:pt x="3" y="831"/>
                  </a:lnTo>
                  <a:lnTo>
                    <a:pt x="0" y="809"/>
                  </a:lnTo>
                  <a:lnTo>
                    <a:pt x="0" y="567"/>
                  </a:lnTo>
                  <a:lnTo>
                    <a:pt x="3" y="545"/>
                  </a:lnTo>
                  <a:lnTo>
                    <a:pt x="11" y="526"/>
                  </a:lnTo>
                  <a:lnTo>
                    <a:pt x="24" y="509"/>
                  </a:lnTo>
                  <a:lnTo>
                    <a:pt x="41" y="496"/>
                  </a:lnTo>
                  <a:lnTo>
                    <a:pt x="60" y="487"/>
                  </a:lnTo>
                  <a:lnTo>
                    <a:pt x="82" y="485"/>
                  </a:lnTo>
                  <a:lnTo>
                    <a:pt x="158" y="485"/>
                  </a:lnTo>
                  <a:lnTo>
                    <a:pt x="170" y="457"/>
                  </a:lnTo>
                  <a:lnTo>
                    <a:pt x="115" y="403"/>
                  </a:lnTo>
                  <a:lnTo>
                    <a:pt x="104" y="388"/>
                  </a:lnTo>
                  <a:lnTo>
                    <a:pt x="96" y="372"/>
                  </a:lnTo>
                  <a:lnTo>
                    <a:pt x="93" y="354"/>
                  </a:lnTo>
                  <a:lnTo>
                    <a:pt x="93" y="336"/>
                  </a:lnTo>
                  <a:lnTo>
                    <a:pt x="96" y="319"/>
                  </a:lnTo>
                  <a:lnTo>
                    <a:pt x="104" y="302"/>
                  </a:lnTo>
                  <a:lnTo>
                    <a:pt x="115" y="287"/>
                  </a:lnTo>
                  <a:lnTo>
                    <a:pt x="287" y="115"/>
                  </a:lnTo>
                  <a:lnTo>
                    <a:pt x="302" y="104"/>
                  </a:lnTo>
                  <a:lnTo>
                    <a:pt x="318" y="96"/>
                  </a:lnTo>
                  <a:lnTo>
                    <a:pt x="336" y="92"/>
                  </a:lnTo>
                  <a:lnTo>
                    <a:pt x="354" y="92"/>
                  </a:lnTo>
                  <a:lnTo>
                    <a:pt x="371" y="96"/>
                  </a:lnTo>
                  <a:lnTo>
                    <a:pt x="388" y="104"/>
                  </a:lnTo>
                  <a:lnTo>
                    <a:pt x="402" y="115"/>
                  </a:lnTo>
                  <a:lnTo>
                    <a:pt x="457" y="170"/>
                  </a:lnTo>
                  <a:lnTo>
                    <a:pt x="484" y="159"/>
                  </a:lnTo>
                  <a:lnTo>
                    <a:pt x="484" y="82"/>
                  </a:lnTo>
                  <a:lnTo>
                    <a:pt x="487" y="60"/>
                  </a:lnTo>
                  <a:lnTo>
                    <a:pt x="495" y="40"/>
                  </a:lnTo>
                  <a:lnTo>
                    <a:pt x="509" y="24"/>
                  </a:lnTo>
                  <a:lnTo>
                    <a:pt x="524" y="11"/>
                  </a:lnTo>
                  <a:lnTo>
                    <a:pt x="544" y="3"/>
                  </a:lnTo>
                  <a:lnTo>
                    <a:pt x="566" y="0"/>
                  </a:lnTo>
                  <a:close/>
                </a:path>
              </a:pathLst>
            </a:custGeom>
            <a:solidFill>
              <a:srgbClr val="27A2D7"/>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1" name="Google Shape;271;p3"/>
            <p:cNvSpPr/>
            <p:nvPr/>
          </p:nvSpPr>
          <p:spPr>
            <a:xfrm>
              <a:off x="6500813" y="1336675"/>
              <a:ext cx="87311" cy="41275"/>
            </a:xfrm>
            <a:custGeom>
              <a:rect b="b" l="l" r="r" t="t"/>
              <a:pathLst>
                <a:path extrusionOk="0" h="281" w="609">
                  <a:moveTo>
                    <a:pt x="156" y="0"/>
                  </a:moveTo>
                  <a:lnTo>
                    <a:pt x="304" y="71"/>
                  </a:lnTo>
                  <a:lnTo>
                    <a:pt x="453" y="0"/>
                  </a:lnTo>
                  <a:lnTo>
                    <a:pt x="506" y="16"/>
                  </a:lnTo>
                  <a:lnTo>
                    <a:pt x="533" y="29"/>
                  </a:lnTo>
                  <a:lnTo>
                    <a:pt x="557" y="45"/>
                  </a:lnTo>
                  <a:lnTo>
                    <a:pt x="577" y="66"/>
                  </a:lnTo>
                  <a:lnTo>
                    <a:pt x="592" y="90"/>
                  </a:lnTo>
                  <a:lnTo>
                    <a:pt x="603" y="117"/>
                  </a:lnTo>
                  <a:lnTo>
                    <a:pt x="609" y="146"/>
                  </a:lnTo>
                  <a:lnTo>
                    <a:pt x="574" y="180"/>
                  </a:lnTo>
                  <a:lnTo>
                    <a:pt x="536" y="209"/>
                  </a:lnTo>
                  <a:lnTo>
                    <a:pt x="495" y="234"/>
                  </a:lnTo>
                  <a:lnTo>
                    <a:pt x="451" y="254"/>
                  </a:lnTo>
                  <a:lnTo>
                    <a:pt x="404" y="270"/>
                  </a:lnTo>
                  <a:lnTo>
                    <a:pt x="355" y="278"/>
                  </a:lnTo>
                  <a:lnTo>
                    <a:pt x="304" y="281"/>
                  </a:lnTo>
                  <a:lnTo>
                    <a:pt x="253" y="278"/>
                  </a:lnTo>
                  <a:lnTo>
                    <a:pt x="204" y="270"/>
                  </a:lnTo>
                  <a:lnTo>
                    <a:pt x="157" y="254"/>
                  </a:lnTo>
                  <a:lnTo>
                    <a:pt x="114" y="234"/>
                  </a:lnTo>
                  <a:lnTo>
                    <a:pt x="72" y="209"/>
                  </a:lnTo>
                  <a:lnTo>
                    <a:pt x="35" y="180"/>
                  </a:lnTo>
                  <a:lnTo>
                    <a:pt x="0" y="146"/>
                  </a:lnTo>
                  <a:lnTo>
                    <a:pt x="6" y="117"/>
                  </a:lnTo>
                  <a:lnTo>
                    <a:pt x="17" y="90"/>
                  </a:lnTo>
                  <a:lnTo>
                    <a:pt x="32" y="66"/>
                  </a:lnTo>
                  <a:lnTo>
                    <a:pt x="52" y="45"/>
                  </a:lnTo>
                  <a:lnTo>
                    <a:pt x="75" y="29"/>
                  </a:lnTo>
                  <a:lnTo>
                    <a:pt x="102" y="16"/>
                  </a:lnTo>
                  <a:lnTo>
                    <a:pt x="156" y="0"/>
                  </a:lnTo>
                  <a:close/>
                </a:path>
              </a:pathLst>
            </a:custGeom>
            <a:solidFill>
              <a:srgbClr val="27A2D7"/>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272" name="Google Shape;272;p3"/>
          <p:cNvSpPr/>
          <p:nvPr/>
        </p:nvSpPr>
        <p:spPr>
          <a:xfrm>
            <a:off x="6946825" y="2407400"/>
            <a:ext cx="5436300" cy="5436300"/>
          </a:xfrm>
          <a:prstGeom prst="ellipse">
            <a:avLst/>
          </a:prstGeom>
          <a:noFill/>
          <a:ln cap="flat" cmpd="sng" w="152400">
            <a:solidFill>
              <a:srgbClr val="558E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73" name="Google Shape;273;p3"/>
          <p:cNvSpPr/>
          <p:nvPr/>
        </p:nvSpPr>
        <p:spPr>
          <a:xfrm rot="2700000">
            <a:off x="8148331" y="2160422"/>
            <a:ext cx="823072" cy="822648"/>
          </a:xfrm>
          <a:prstGeom prst="ellipse">
            <a:avLst/>
          </a:prstGeom>
          <a:solidFill>
            <a:srgbClr val="FFFFFF"/>
          </a:solidFill>
          <a:ln cap="flat" cmpd="sng" w="28575">
            <a:solidFill>
              <a:srgbClr val="558ED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7F7F7F"/>
              </a:solidFill>
              <a:latin typeface="Montserrat Light"/>
              <a:ea typeface="Montserrat Light"/>
              <a:cs typeface="Montserrat Light"/>
              <a:sym typeface="Montserrat Light"/>
            </a:endParaRPr>
          </a:p>
        </p:txBody>
      </p:sp>
      <p:sp>
        <p:nvSpPr>
          <p:cNvPr id="274" name="Google Shape;274;p3"/>
          <p:cNvSpPr/>
          <p:nvPr/>
        </p:nvSpPr>
        <p:spPr>
          <a:xfrm rot="2700000">
            <a:off x="7117131" y="2940960"/>
            <a:ext cx="823072" cy="822648"/>
          </a:xfrm>
          <a:prstGeom prst="ellipse">
            <a:avLst/>
          </a:prstGeom>
          <a:solidFill>
            <a:srgbClr val="FFFFFF"/>
          </a:solidFill>
          <a:ln cap="flat" cmpd="sng" w="28575">
            <a:solidFill>
              <a:srgbClr val="558ED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7F7F7F"/>
              </a:solidFill>
              <a:latin typeface="Montserrat Light"/>
              <a:ea typeface="Montserrat Light"/>
              <a:cs typeface="Montserrat Light"/>
              <a:sym typeface="Montserrat Light"/>
            </a:endParaRPr>
          </a:p>
        </p:txBody>
      </p:sp>
      <p:sp>
        <p:nvSpPr>
          <p:cNvPr id="275" name="Google Shape;275;p3"/>
          <p:cNvSpPr/>
          <p:nvPr/>
        </p:nvSpPr>
        <p:spPr>
          <a:xfrm rot="2700000">
            <a:off x="6526431" y="4104660"/>
            <a:ext cx="823072" cy="822648"/>
          </a:xfrm>
          <a:prstGeom prst="ellipse">
            <a:avLst/>
          </a:prstGeom>
          <a:solidFill>
            <a:srgbClr val="FFFFFF"/>
          </a:solidFill>
          <a:ln cap="flat" cmpd="sng" w="28575">
            <a:solidFill>
              <a:srgbClr val="558ED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7F7F7F"/>
              </a:solidFill>
              <a:latin typeface="Montserrat Light"/>
              <a:ea typeface="Montserrat Light"/>
              <a:cs typeface="Montserrat Light"/>
              <a:sym typeface="Montserrat Light"/>
            </a:endParaRPr>
          </a:p>
        </p:txBody>
      </p:sp>
      <p:pic>
        <p:nvPicPr>
          <p:cNvPr id="276" name="Google Shape;276;p3"/>
          <p:cNvPicPr preferRelativeResize="0"/>
          <p:nvPr/>
        </p:nvPicPr>
        <p:blipFill rotWithShape="1">
          <a:blip r:embed="rId4">
            <a:alphaModFix/>
          </a:blip>
          <a:srcRect b="0" l="0" r="0" t="0"/>
          <a:stretch/>
        </p:blipFill>
        <p:spPr>
          <a:xfrm>
            <a:off x="8349270" y="2373080"/>
            <a:ext cx="421200" cy="397333"/>
          </a:xfrm>
          <a:prstGeom prst="rect">
            <a:avLst/>
          </a:prstGeom>
          <a:noFill/>
          <a:ln>
            <a:noFill/>
          </a:ln>
        </p:spPr>
      </p:pic>
      <p:pic>
        <p:nvPicPr>
          <p:cNvPr id="277" name="Google Shape;277;p3"/>
          <p:cNvPicPr preferRelativeResize="0"/>
          <p:nvPr/>
        </p:nvPicPr>
        <p:blipFill rotWithShape="1">
          <a:blip r:embed="rId5">
            <a:alphaModFix/>
          </a:blip>
          <a:srcRect b="0" l="0" r="0" t="0"/>
          <a:stretch/>
        </p:blipFill>
        <p:spPr>
          <a:xfrm>
            <a:off x="7282372" y="3144538"/>
            <a:ext cx="492603" cy="415500"/>
          </a:xfrm>
          <a:prstGeom prst="rect">
            <a:avLst/>
          </a:prstGeom>
          <a:noFill/>
          <a:ln>
            <a:noFill/>
          </a:ln>
        </p:spPr>
      </p:pic>
      <p:pic>
        <p:nvPicPr>
          <p:cNvPr id="278" name="Google Shape;278;p3"/>
          <p:cNvPicPr preferRelativeResize="0"/>
          <p:nvPr/>
        </p:nvPicPr>
        <p:blipFill rotWithShape="1">
          <a:blip r:embed="rId6">
            <a:alphaModFix/>
          </a:blip>
          <a:srcRect b="0" l="0" r="0" t="0"/>
          <a:stretch/>
        </p:blipFill>
        <p:spPr>
          <a:xfrm>
            <a:off x="6691674" y="4327675"/>
            <a:ext cx="492599" cy="376600"/>
          </a:xfrm>
          <a:prstGeom prst="rect">
            <a:avLst/>
          </a:prstGeom>
          <a:noFill/>
          <a:ln>
            <a:noFill/>
          </a:ln>
        </p:spPr>
      </p:pic>
      <p:pic>
        <p:nvPicPr>
          <p:cNvPr id="279" name="Google Shape;279;p3"/>
          <p:cNvPicPr preferRelativeResize="0"/>
          <p:nvPr/>
        </p:nvPicPr>
        <p:blipFill rotWithShape="1">
          <a:blip r:embed="rId7">
            <a:alphaModFix/>
          </a:blip>
          <a:srcRect b="14366" l="0" r="0" t="0"/>
          <a:stretch/>
        </p:blipFill>
        <p:spPr>
          <a:xfrm>
            <a:off x="7284475" y="1704074"/>
            <a:ext cx="821050" cy="548075"/>
          </a:xfrm>
          <a:prstGeom prst="rect">
            <a:avLst/>
          </a:prstGeom>
          <a:noFill/>
          <a:ln>
            <a:noFill/>
          </a:ln>
        </p:spPr>
      </p:pic>
      <p:sp>
        <p:nvSpPr>
          <p:cNvPr id="280" name="Google Shape;280;p3"/>
          <p:cNvSpPr/>
          <p:nvPr/>
        </p:nvSpPr>
        <p:spPr>
          <a:xfrm>
            <a:off x="3772949" y="1652938"/>
            <a:ext cx="3350100" cy="625500"/>
          </a:xfrm>
          <a:prstGeom prst="rect">
            <a:avLst/>
          </a:prstGeom>
          <a:noFill/>
          <a:ln cap="flat" cmpd="sng" w="28575">
            <a:solidFill>
              <a:srgbClr val="558ED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700"/>
              <a:buFont typeface="Calibri"/>
              <a:buNone/>
            </a:pPr>
            <a:r>
              <a:rPr b="1" i="0" lang="en" sz="2000" u="none" cap="none" strike="noStrike">
                <a:solidFill>
                  <a:srgbClr val="7F7F7F"/>
                </a:solidFill>
                <a:latin typeface="Montserrat"/>
                <a:ea typeface="Montserrat"/>
                <a:cs typeface="Montserrat"/>
                <a:sym typeface="Montserrat"/>
              </a:rPr>
              <a:t>2021-2027 : 2,4Mds €</a:t>
            </a:r>
            <a:endParaRPr b="1" i="0" sz="2000" u="none" cap="none" strike="noStrike">
              <a:solidFill>
                <a:srgbClr val="7F7F7F"/>
              </a:solidFill>
              <a:latin typeface="Montserrat"/>
              <a:ea typeface="Montserrat"/>
              <a:cs typeface="Montserrat"/>
              <a:sym typeface="Montserrat"/>
            </a:endParaRPr>
          </a:p>
          <a:p>
            <a:pPr indent="0" lvl="0" marL="0" marR="0" rtl="0" algn="ctr">
              <a:lnSpc>
                <a:spcPct val="100000"/>
              </a:lnSpc>
              <a:spcBef>
                <a:spcPts val="0"/>
              </a:spcBef>
              <a:spcAft>
                <a:spcPts val="0"/>
              </a:spcAft>
              <a:buClr>
                <a:schemeClr val="dk1"/>
              </a:buClr>
              <a:buSzPts val="2700"/>
              <a:buFont typeface="Calibri"/>
              <a:buNone/>
            </a:pPr>
            <a:r>
              <a:rPr b="0" i="0" lang="en" sz="1400" u="none" cap="none" strike="noStrike">
                <a:solidFill>
                  <a:srgbClr val="7F7F7F"/>
                </a:solidFill>
                <a:latin typeface="Calibri"/>
                <a:ea typeface="Calibri"/>
                <a:cs typeface="Calibri"/>
                <a:sym typeface="Calibri"/>
              </a:rPr>
              <a:t>dans les Territoires Français des Amériques</a:t>
            </a:r>
            <a:endParaRPr b="0" i="0" sz="1400" u="none" cap="none" strike="noStrike">
              <a:solidFill>
                <a:srgbClr val="7F7F7F"/>
              </a:solidFill>
              <a:latin typeface="Calibri"/>
              <a:ea typeface="Calibri"/>
              <a:cs typeface="Calibri"/>
              <a:sym typeface="Calibri"/>
            </a:endParaRPr>
          </a:p>
        </p:txBody>
      </p:sp>
      <p:pic>
        <p:nvPicPr>
          <p:cNvPr id="281" name="Google Shape;281;p3"/>
          <p:cNvPicPr preferRelativeResize="0"/>
          <p:nvPr/>
        </p:nvPicPr>
        <p:blipFill rotWithShape="1">
          <a:blip r:embed="rId8">
            <a:alphaModFix/>
          </a:blip>
          <a:srcRect b="37005" l="0" r="57663" t="0"/>
          <a:stretch/>
        </p:blipFill>
        <p:spPr>
          <a:xfrm>
            <a:off x="2166146" y="1665350"/>
            <a:ext cx="1445378" cy="625500"/>
          </a:xfrm>
          <a:prstGeom prst="rect">
            <a:avLst/>
          </a:prstGeom>
          <a:noFill/>
          <a:ln>
            <a:noFill/>
          </a:ln>
        </p:spPr>
      </p:pic>
      <p:sp>
        <p:nvSpPr>
          <p:cNvPr id="282" name="Google Shape;28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4"/>
          <p:cNvPicPr preferRelativeResize="0"/>
          <p:nvPr/>
        </p:nvPicPr>
        <p:blipFill rotWithShape="1">
          <a:blip r:embed="rId3">
            <a:alphaModFix amt="15000"/>
          </a:blip>
          <a:srcRect b="0" l="0" r="0" t="0"/>
          <a:stretch/>
        </p:blipFill>
        <p:spPr>
          <a:xfrm>
            <a:off x="2156950" y="92538"/>
            <a:ext cx="5143500" cy="5143500"/>
          </a:xfrm>
          <a:prstGeom prst="rect">
            <a:avLst/>
          </a:prstGeom>
          <a:noFill/>
          <a:ln>
            <a:noFill/>
          </a:ln>
          <a:effectLst>
            <a:outerShdw blurRad="1270000" rotWithShape="0" algn="ctr" dir="5400000" dist="50800">
              <a:schemeClr val="lt1">
                <a:alpha val="0"/>
              </a:schemeClr>
            </a:outerShdw>
          </a:effectLst>
        </p:spPr>
      </p:pic>
      <p:sp>
        <p:nvSpPr>
          <p:cNvPr id="288" name="Google Shape;288;p4"/>
          <p:cNvSpPr txBox="1"/>
          <p:nvPr/>
        </p:nvSpPr>
        <p:spPr>
          <a:xfrm>
            <a:off x="65859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3C78D8"/>
              </a:buClr>
              <a:buSzPts val="700"/>
              <a:buFont typeface="Calibri"/>
              <a:buNone/>
            </a:pPr>
            <a:r>
              <a:rPr b="1" i="0" lang="en" sz="700" u="none" cap="none" strike="noStrike">
                <a:solidFill>
                  <a:srgbClr val="3C78D8"/>
                </a:solidFill>
                <a:latin typeface="Calibri"/>
                <a:ea typeface="Calibri"/>
                <a:cs typeface="Calibri"/>
                <a:sym typeface="Calibri"/>
              </a:rPr>
              <a:t>OPPORTUNITÉ DE MARCHÉ</a:t>
            </a:r>
            <a:endParaRPr b="1" i="0" sz="700" u="none" cap="none" strike="noStrike">
              <a:solidFill>
                <a:srgbClr val="3C78D8"/>
              </a:solidFill>
              <a:latin typeface="Calibri"/>
              <a:ea typeface="Calibri"/>
              <a:cs typeface="Calibri"/>
              <a:sym typeface="Calibri"/>
            </a:endParaRPr>
          </a:p>
        </p:txBody>
      </p:sp>
      <p:sp>
        <p:nvSpPr>
          <p:cNvPr id="289" name="Google Shape;289;p4"/>
          <p:cNvSpPr txBox="1"/>
          <p:nvPr/>
        </p:nvSpPr>
        <p:spPr>
          <a:xfrm>
            <a:off x="196345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LE PROJET</a:t>
            </a:r>
            <a:endParaRPr b="0" i="0" sz="700" u="none" cap="none" strike="noStrike">
              <a:solidFill>
                <a:srgbClr val="B7B7B7"/>
              </a:solidFill>
              <a:latin typeface="Calibri"/>
              <a:ea typeface="Calibri"/>
              <a:cs typeface="Calibri"/>
              <a:sym typeface="Calibri"/>
            </a:endParaRPr>
          </a:p>
        </p:txBody>
      </p:sp>
      <p:sp>
        <p:nvSpPr>
          <p:cNvPr id="290" name="Google Shape;290;p4"/>
          <p:cNvSpPr txBox="1"/>
          <p:nvPr/>
        </p:nvSpPr>
        <p:spPr>
          <a:xfrm>
            <a:off x="326831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LE MARCHÉ</a:t>
            </a:r>
            <a:endParaRPr b="0" i="0" sz="700" u="none" cap="none" strike="noStrike">
              <a:solidFill>
                <a:srgbClr val="B7B7B7"/>
              </a:solidFill>
              <a:latin typeface="Calibri"/>
              <a:ea typeface="Calibri"/>
              <a:cs typeface="Calibri"/>
              <a:sym typeface="Calibri"/>
            </a:endParaRPr>
          </a:p>
        </p:txBody>
      </p:sp>
      <p:sp>
        <p:nvSpPr>
          <p:cNvPr id="291" name="Google Shape;291;p4"/>
          <p:cNvSpPr txBox="1"/>
          <p:nvPr/>
        </p:nvSpPr>
        <p:spPr>
          <a:xfrm>
            <a:off x="457317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LA STRATÉGIE</a:t>
            </a:r>
            <a:endParaRPr b="0" i="0" sz="700" u="none" cap="none" strike="noStrike">
              <a:solidFill>
                <a:srgbClr val="B7B7B7"/>
              </a:solidFill>
              <a:latin typeface="Calibri"/>
              <a:ea typeface="Calibri"/>
              <a:cs typeface="Calibri"/>
              <a:sym typeface="Calibri"/>
            </a:endParaRPr>
          </a:p>
        </p:txBody>
      </p:sp>
      <p:sp>
        <p:nvSpPr>
          <p:cNvPr id="292" name="Google Shape;292;p4"/>
          <p:cNvSpPr txBox="1"/>
          <p:nvPr/>
        </p:nvSpPr>
        <p:spPr>
          <a:xfrm>
            <a:off x="5878037"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FINANCES</a:t>
            </a:r>
            <a:endParaRPr b="0" i="0" sz="700" u="none" cap="none" strike="noStrike">
              <a:solidFill>
                <a:srgbClr val="B7B7B7"/>
              </a:solidFill>
              <a:latin typeface="Calibri"/>
              <a:ea typeface="Calibri"/>
              <a:cs typeface="Calibri"/>
              <a:sym typeface="Calibri"/>
            </a:endParaRPr>
          </a:p>
        </p:txBody>
      </p:sp>
      <p:sp>
        <p:nvSpPr>
          <p:cNvPr id="293" name="Google Shape;293;p4"/>
          <p:cNvSpPr txBox="1"/>
          <p:nvPr/>
        </p:nvSpPr>
        <p:spPr>
          <a:xfrm>
            <a:off x="658600" y="762275"/>
            <a:ext cx="8140200" cy="415500"/>
          </a:xfrm>
          <a:prstGeom prst="rect">
            <a:avLst/>
          </a:prstGeom>
          <a:noFill/>
          <a:ln>
            <a:noFill/>
          </a:ln>
        </p:spPr>
        <p:txBody>
          <a:bodyPr anchorCtr="0" anchor="t" bIns="17100" lIns="34225" spcFirstLastPara="1" rIns="34225" wrap="square" tIns="17100">
            <a:noAutofit/>
          </a:bodyPr>
          <a:lstStyle/>
          <a:p>
            <a:pPr indent="0" lvl="0" marL="0" marR="0" rtl="0" algn="l">
              <a:lnSpc>
                <a:spcPct val="100000"/>
              </a:lnSpc>
              <a:spcBef>
                <a:spcPts val="0"/>
              </a:spcBef>
              <a:spcAft>
                <a:spcPts val="0"/>
              </a:spcAft>
              <a:buClr>
                <a:srgbClr val="3C78D8"/>
              </a:buClr>
              <a:buSzPts val="2500"/>
              <a:buFont typeface="Montserrat"/>
              <a:buNone/>
            </a:pPr>
            <a:r>
              <a:rPr b="1" i="0" lang="en" sz="2400" u="none" cap="none" strike="noStrike">
                <a:solidFill>
                  <a:srgbClr val="558ED5"/>
                </a:solidFill>
                <a:latin typeface="Montserrat"/>
                <a:ea typeface="Montserrat"/>
                <a:cs typeface="Montserrat"/>
                <a:sym typeface="Montserrat"/>
              </a:rPr>
              <a:t>EN DEPIT D’UNE CONSOMMATION BUDGETAIRE DIFFICILE</a:t>
            </a:r>
            <a:endParaRPr b="1" i="0" sz="2400" u="none" cap="none" strike="noStrike">
              <a:solidFill>
                <a:srgbClr val="558ED5"/>
              </a:solidFill>
              <a:latin typeface="Montserrat"/>
              <a:ea typeface="Montserrat"/>
              <a:cs typeface="Montserrat"/>
              <a:sym typeface="Montserrat"/>
            </a:endParaRPr>
          </a:p>
        </p:txBody>
      </p:sp>
      <p:sp>
        <p:nvSpPr>
          <p:cNvPr id="294" name="Google Shape;294;p4"/>
          <p:cNvSpPr txBox="1"/>
          <p:nvPr/>
        </p:nvSpPr>
        <p:spPr>
          <a:xfrm flipH="1">
            <a:off x="2166150" y="2358288"/>
            <a:ext cx="5915400" cy="306000"/>
          </a:xfrm>
          <a:prstGeom prst="rect">
            <a:avLst/>
          </a:prstGeom>
          <a:noFill/>
          <a:ln>
            <a:noFill/>
          </a:ln>
        </p:spPr>
        <p:txBody>
          <a:bodyPr anchorCtr="0" anchor="ctr" bIns="91425" lIns="91425" spcFirstLastPara="1" rIns="91425" wrap="square" tIns="91425">
            <a:noAutofit/>
          </a:bodyPr>
          <a:lstStyle/>
          <a:p>
            <a:pPr indent="0" lvl="0" marL="0" marR="0" rtl="0" algn="l">
              <a:lnSpc>
                <a:spcPct val="114999"/>
              </a:lnSpc>
              <a:spcBef>
                <a:spcPts val="0"/>
              </a:spcBef>
              <a:spcAft>
                <a:spcPts val="0"/>
              </a:spcAft>
              <a:buClr>
                <a:srgbClr val="666666"/>
              </a:buClr>
              <a:buSzPts val="1100"/>
              <a:buFont typeface="Calibri"/>
              <a:buNone/>
            </a:pPr>
            <a:r>
              <a:rPr b="0" i="0" lang="en" sz="1100" u="none" cap="none" strike="noStrike">
                <a:solidFill>
                  <a:srgbClr val="666666"/>
                </a:solidFill>
                <a:latin typeface="Calibri"/>
                <a:ea typeface="Calibri"/>
                <a:cs typeface="Calibri"/>
                <a:sym typeface="Calibri"/>
              </a:rPr>
              <a:t>Hors autres enveloppes mobilisables directement, ainsi que les financements nationaux et régionaux. </a:t>
            </a:r>
            <a:endParaRPr b="1" i="0" sz="1100" u="none" cap="none" strike="noStrike">
              <a:solidFill>
                <a:srgbClr val="666666"/>
              </a:solidFill>
              <a:latin typeface="Calibri"/>
              <a:ea typeface="Calibri"/>
              <a:cs typeface="Calibri"/>
              <a:sym typeface="Calibri"/>
            </a:endParaRPr>
          </a:p>
        </p:txBody>
      </p:sp>
      <p:sp>
        <p:nvSpPr>
          <p:cNvPr id="295" name="Google Shape;295;p4"/>
          <p:cNvSpPr txBox="1"/>
          <p:nvPr/>
        </p:nvSpPr>
        <p:spPr>
          <a:xfrm flipH="1">
            <a:off x="2166150" y="3027322"/>
            <a:ext cx="4956900" cy="1163700"/>
          </a:xfrm>
          <a:prstGeom prst="rect">
            <a:avLst/>
          </a:prstGeom>
          <a:noFill/>
          <a:ln>
            <a:noFill/>
          </a:ln>
        </p:spPr>
        <p:txBody>
          <a:bodyPr anchorCtr="0" anchor="ctr" bIns="91425" lIns="91425" spcFirstLastPara="1" rIns="91425" wrap="square" tIns="91425">
            <a:noAutofit/>
          </a:bodyPr>
          <a:lstStyle/>
          <a:p>
            <a:pPr indent="457200" lvl="0" marL="0" marR="0" rtl="0" algn="l">
              <a:lnSpc>
                <a:spcPct val="114999"/>
              </a:lnSpc>
              <a:spcBef>
                <a:spcPts val="0"/>
              </a:spcBef>
              <a:spcAft>
                <a:spcPts val="0"/>
              </a:spcAft>
              <a:buClr>
                <a:srgbClr val="666666"/>
              </a:buClr>
              <a:buSzPts val="1100"/>
              <a:buFont typeface="Calibri"/>
              <a:buNone/>
            </a:pPr>
            <a:r>
              <a:rPr b="0" i="0" lang="en" sz="1100" u="none" cap="none" strike="noStrike">
                <a:solidFill>
                  <a:srgbClr val="666666"/>
                </a:solidFill>
                <a:latin typeface="Calibri"/>
                <a:ea typeface="Calibri"/>
                <a:cs typeface="Calibri"/>
                <a:sym typeface="Calibri"/>
              </a:rPr>
              <a:t>Au 30/06/2022 : Près de </a:t>
            </a:r>
            <a:r>
              <a:rPr b="1" i="0" lang="en" sz="1100" u="none" cap="none" strike="noStrike">
                <a:solidFill>
                  <a:srgbClr val="666666"/>
                </a:solidFill>
                <a:latin typeface="Calibri"/>
                <a:ea typeface="Calibri"/>
                <a:cs typeface="Calibri"/>
                <a:sym typeface="Calibri"/>
              </a:rPr>
              <a:t>793 M€ </a:t>
            </a:r>
            <a:r>
              <a:rPr b="0" i="0" lang="en" sz="1100" u="none" cap="none" strike="noStrike">
                <a:solidFill>
                  <a:srgbClr val="666666"/>
                </a:solidFill>
                <a:latin typeface="Calibri"/>
                <a:ea typeface="Calibri"/>
                <a:cs typeface="Calibri"/>
                <a:sym typeface="Calibri"/>
              </a:rPr>
              <a:t>programmés, </a:t>
            </a:r>
            <a:r>
              <a:rPr b="1" i="0" lang="en" sz="1100" u="none" cap="none" strike="noStrike">
                <a:solidFill>
                  <a:srgbClr val="666666"/>
                </a:solidFill>
                <a:latin typeface="Calibri"/>
                <a:ea typeface="Calibri"/>
                <a:cs typeface="Calibri"/>
                <a:sym typeface="Calibri"/>
              </a:rPr>
              <a:t>300 M€ </a:t>
            </a:r>
            <a:r>
              <a:rPr b="0" i="0" lang="en" sz="1100" u="none" cap="none" strike="noStrike">
                <a:solidFill>
                  <a:srgbClr val="666666"/>
                </a:solidFill>
                <a:latin typeface="Calibri"/>
                <a:ea typeface="Calibri"/>
                <a:cs typeface="Calibri"/>
                <a:sym typeface="Calibri"/>
              </a:rPr>
              <a:t>non programmés soit près de 27 %, essentiellement sur le FEDER et le FEADER.</a:t>
            </a:r>
            <a:endParaRPr b="0" i="0" sz="1100" u="none" cap="none" strike="noStrike">
              <a:solidFill>
                <a:srgbClr val="666666"/>
              </a:solidFill>
              <a:latin typeface="Calibri"/>
              <a:ea typeface="Calibri"/>
              <a:cs typeface="Calibri"/>
              <a:sym typeface="Calibri"/>
            </a:endParaRPr>
          </a:p>
          <a:p>
            <a:pPr indent="457200" lvl="0" marL="0" marR="0" rtl="0" algn="l">
              <a:lnSpc>
                <a:spcPct val="114999"/>
              </a:lnSpc>
              <a:spcBef>
                <a:spcPts val="0"/>
              </a:spcBef>
              <a:spcAft>
                <a:spcPts val="0"/>
              </a:spcAft>
              <a:buClr>
                <a:srgbClr val="666666"/>
              </a:buClr>
              <a:buSzPts val="1100"/>
              <a:buFont typeface="Calibri"/>
              <a:buNone/>
            </a:pPr>
            <a:r>
              <a:rPr b="0" i="0" lang="en" sz="1100" u="none" cap="none" strike="noStrike">
                <a:solidFill>
                  <a:srgbClr val="666666"/>
                </a:solidFill>
                <a:latin typeface="Calibri"/>
                <a:ea typeface="Calibri"/>
                <a:cs typeface="Calibri"/>
                <a:sym typeface="Calibri"/>
              </a:rPr>
              <a:t>A cela s’ajoute les risques multiples de non-consommation des budgets programmés en fin de programme dont  :</a:t>
            </a:r>
            <a:endParaRPr b="0" i="0" sz="1400" u="none" cap="none" strike="noStrike">
              <a:solidFill>
                <a:srgbClr val="000000"/>
              </a:solidFill>
              <a:latin typeface="Arial"/>
              <a:ea typeface="Arial"/>
              <a:cs typeface="Arial"/>
              <a:sym typeface="Arial"/>
            </a:endParaRPr>
          </a:p>
          <a:p>
            <a:pPr indent="-171450" lvl="0" marL="171450" marR="0" rtl="0" algn="l">
              <a:lnSpc>
                <a:spcPct val="114999"/>
              </a:lnSpc>
              <a:spcBef>
                <a:spcPts val="0"/>
              </a:spcBef>
              <a:spcAft>
                <a:spcPts val="0"/>
              </a:spcAft>
              <a:buClr>
                <a:srgbClr val="666666"/>
              </a:buClr>
              <a:buSzPts val="1100"/>
              <a:buFont typeface="Arial"/>
              <a:buChar char="-"/>
            </a:pPr>
            <a:r>
              <a:rPr b="0" i="0" lang="en" sz="1100" u="none" cap="none" strike="noStrike">
                <a:solidFill>
                  <a:srgbClr val="666666"/>
                </a:solidFill>
                <a:latin typeface="Calibri"/>
                <a:ea typeface="Calibri"/>
                <a:cs typeface="Calibri"/>
                <a:sym typeface="Calibri"/>
              </a:rPr>
              <a:t>Le retard dans le conventionnement du projet</a:t>
            </a:r>
            <a:endParaRPr b="0" i="0" sz="1400" u="none" cap="none" strike="noStrike">
              <a:solidFill>
                <a:srgbClr val="000000"/>
              </a:solidFill>
              <a:latin typeface="Arial"/>
              <a:ea typeface="Arial"/>
              <a:cs typeface="Arial"/>
              <a:sym typeface="Arial"/>
            </a:endParaRPr>
          </a:p>
          <a:p>
            <a:pPr indent="-171450" lvl="0" marL="171450" marR="0" rtl="0" algn="l">
              <a:lnSpc>
                <a:spcPct val="114999"/>
              </a:lnSpc>
              <a:spcBef>
                <a:spcPts val="0"/>
              </a:spcBef>
              <a:spcAft>
                <a:spcPts val="0"/>
              </a:spcAft>
              <a:buClr>
                <a:srgbClr val="666666"/>
              </a:buClr>
              <a:buSzPts val="1100"/>
              <a:buFont typeface="Arial"/>
              <a:buChar char="-"/>
            </a:pPr>
            <a:r>
              <a:rPr b="0" i="0" lang="en" sz="1100" u="none" cap="none" strike="noStrike">
                <a:solidFill>
                  <a:srgbClr val="666666"/>
                </a:solidFill>
                <a:latin typeface="Calibri"/>
                <a:ea typeface="Calibri"/>
                <a:cs typeface="Calibri"/>
                <a:sym typeface="Calibri"/>
              </a:rPr>
              <a:t>Le retard dans le démarrage des opérations</a:t>
            </a:r>
            <a:endParaRPr b="0" i="0" sz="1400" u="none" cap="none" strike="noStrike">
              <a:solidFill>
                <a:srgbClr val="000000"/>
              </a:solidFill>
              <a:latin typeface="Arial"/>
              <a:ea typeface="Arial"/>
              <a:cs typeface="Arial"/>
              <a:sym typeface="Arial"/>
            </a:endParaRPr>
          </a:p>
          <a:p>
            <a:pPr indent="-171450" lvl="0" marL="171450" marR="0" rtl="0" algn="l">
              <a:lnSpc>
                <a:spcPct val="114999"/>
              </a:lnSpc>
              <a:spcBef>
                <a:spcPts val="0"/>
              </a:spcBef>
              <a:spcAft>
                <a:spcPts val="0"/>
              </a:spcAft>
              <a:buClr>
                <a:srgbClr val="666666"/>
              </a:buClr>
              <a:buSzPts val="1100"/>
              <a:buFont typeface="Arial"/>
              <a:buChar char="-"/>
            </a:pPr>
            <a:r>
              <a:rPr b="0" i="0" lang="en" sz="1100" u="none" cap="none" strike="noStrike">
                <a:solidFill>
                  <a:srgbClr val="666666"/>
                </a:solidFill>
                <a:latin typeface="Calibri"/>
                <a:ea typeface="Calibri"/>
                <a:cs typeface="Calibri"/>
                <a:sym typeface="Calibri"/>
              </a:rPr>
              <a:t>L’annulation du projet</a:t>
            </a:r>
            <a:endParaRPr b="0" i="0" sz="1400" u="none" cap="none" strike="noStrike">
              <a:solidFill>
                <a:srgbClr val="000000"/>
              </a:solidFill>
              <a:latin typeface="Arial"/>
              <a:ea typeface="Arial"/>
              <a:cs typeface="Arial"/>
              <a:sym typeface="Arial"/>
            </a:endParaRPr>
          </a:p>
          <a:p>
            <a:pPr indent="-171450" lvl="0" marL="171450" marR="0" rtl="0" algn="l">
              <a:lnSpc>
                <a:spcPct val="114999"/>
              </a:lnSpc>
              <a:spcBef>
                <a:spcPts val="0"/>
              </a:spcBef>
              <a:spcAft>
                <a:spcPts val="0"/>
              </a:spcAft>
              <a:buClr>
                <a:srgbClr val="666666"/>
              </a:buClr>
              <a:buSzPts val="1100"/>
              <a:buFont typeface="Arial"/>
              <a:buChar char="-"/>
            </a:pPr>
            <a:r>
              <a:rPr b="0" i="0" lang="en" sz="1100" u="none" cap="none" strike="noStrike">
                <a:solidFill>
                  <a:srgbClr val="666666"/>
                </a:solidFill>
                <a:latin typeface="Calibri"/>
                <a:ea typeface="Calibri"/>
                <a:cs typeface="Calibri"/>
                <a:sym typeface="Calibri"/>
              </a:rPr>
              <a:t>Les remontées de dépenses insuffisantes en raison de leur qualité,</a:t>
            </a:r>
            <a:br>
              <a:rPr b="0" i="0" lang="en" sz="1100" u="none" cap="none" strike="noStrike">
                <a:solidFill>
                  <a:srgbClr val="666666"/>
                </a:solidFill>
                <a:latin typeface="Calibri"/>
                <a:ea typeface="Calibri"/>
                <a:cs typeface="Calibri"/>
                <a:sym typeface="Calibri"/>
              </a:rPr>
            </a:br>
            <a:r>
              <a:rPr b="0" i="0" lang="en" sz="1100" u="none" cap="none" strike="noStrike">
                <a:solidFill>
                  <a:srgbClr val="666666"/>
                </a:solidFill>
                <a:latin typeface="Calibri"/>
                <a:ea typeface="Calibri"/>
                <a:cs typeface="Calibri"/>
                <a:sym typeface="Calibri"/>
              </a:rPr>
              <a:t>des délais impartis…</a:t>
            </a:r>
            <a:endParaRPr b="0" i="0" sz="1400" u="none" cap="none" strike="noStrike">
              <a:solidFill>
                <a:srgbClr val="000000"/>
              </a:solidFill>
              <a:latin typeface="Arial"/>
              <a:ea typeface="Arial"/>
              <a:cs typeface="Arial"/>
              <a:sym typeface="Arial"/>
            </a:endParaRPr>
          </a:p>
        </p:txBody>
      </p:sp>
      <p:sp>
        <p:nvSpPr>
          <p:cNvPr id="296" name="Google Shape;296;p4"/>
          <p:cNvSpPr/>
          <p:nvPr/>
        </p:nvSpPr>
        <p:spPr>
          <a:xfrm flipH="1">
            <a:off x="659125" y="1724050"/>
            <a:ext cx="1305000" cy="3101700"/>
          </a:xfrm>
          <a:prstGeom prst="rect">
            <a:avLst/>
          </a:prstGeom>
          <a:solidFill>
            <a:srgbClr val="558ED5"/>
          </a:solidFill>
          <a:ln cap="flat" cmpd="sng" w="9525">
            <a:solidFill>
              <a:srgbClr val="FFFFF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1200"/>
              <a:buFont typeface="Calibri"/>
              <a:buNone/>
            </a:pPr>
            <a:r>
              <a:rPr b="0" i="0" lang="en" sz="1200" u="none" cap="none" strike="noStrike">
                <a:solidFill>
                  <a:srgbClr val="FFFFFF"/>
                </a:solidFill>
                <a:latin typeface="Calibri"/>
                <a:ea typeface="Calibri"/>
                <a:cs typeface="Calibri"/>
                <a:sym typeface="Calibri"/>
              </a:rPr>
              <a:t>Des régions à fort potentiel de développement- bénéficiaires d’enveloppes financières importantes</a:t>
            </a:r>
            <a:endParaRPr b="0" i="0" sz="1200" u="none" cap="none" strike="noStrike">
              <a:solidFill>
                <a:srgbClr val="FFFFFF"/>
              </a:solidFill>
              <a:latin typeface="Calibri"/>
              <a:ea typeface="Calibri"/>
              <a:cs typeface="Calibri"/>
              <a:sym typeface="Calibri"/>
            </a:endParaRPr>
          </a:p>
        </p:txBody>
      </p:sp>
      <p:sp>
        <p:nvSpPr>
          <p:cNvPr id="297" name="Google Shape;297;p4"/>
          <p:cNvSpPr/>
          <p:nvPr/>
        </p:nvSpPr>
        <p:spPr>
          <a:xfrm>
            <a:off x="657421" y="95700"/>
            <a:ext cx="1305000" cy="120300"/>
          </a:xfrm>
          <a:prstGeom prst="chevron">
            <a:avLst>
              <a:gd fmla="val 65738" name="adj"/>
            </a:avLst>
          </a:prstGeom>
          <a:solidFill>
            <a:srgbClr val="558ED5"/>
          </a:solidFill>
          <a:ln>
            <a:noFill/>
          </a:ln>
          <a:effectLst>
            <a:outerShdw blurRad="57150" rotWithShape="0" algn="bl" dir="5520000" dist="19050">
              <a:srgbClr val="000000">
                <a:alpha val="20000"/>
              </a:srgbClr>
            </a:outerShdw>
          </a:effectLst>
        </p:spPr>
        <p:txBody>
          <a:bodyPr anchorCtr="0" anchor="ctr" bIns="47900" lIns="448800" spcFirstLastPara="1" rIns="353000" wrap="square" tIns="479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98" name="Google Shape;298;p4"/>
          <p:cNvSpPr/>
          <p:nvPr/>
        </p:nvSpPr>
        <p:spPr>
          <a:xfrm>
            <a:off x="196228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299" name="Google Shape;299;p4"/>
          <p:cNvSpPr/>
          <p:nvPr/>
        </p:nvSpPr>
        <p:spPr>
          <a:xfrm>
            <a:off x="326714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300" name="Google Shape;300;p4"/>
          <p:cNvSpPr/>
          <p:nvPr/>
        </p:nvSpPr>
        <p:spPr>
          <a:xfrm>
            <a:off x="457200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301" name="Google Shape;301;p4"/>
          <p:cNvSpPr/>
          <p:nvPr/>
        </p:nvSpPr>
        <p:spPr>
          <a:xfrm>
            <a:off x="587686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500" u="none" cap="none" strike="noStrike">
              <a:solidFill>
                <a:schemeClr val="dk1"/>
              </a:solidFill>
              <a:latin typeface="Calibri"/>
              <a:ea typeface="Calibri"/>
              <a:cs typeface="Calibri"/>
              <a:sym typeface="Calibri"/>
            </a:endParaRPr>
          </a:p>
        </p:txBody>
      </p:sp>
      <p:sp>
        <p:nvSpPr>
          <p:cNvPr id="302" name="Google Shape;302;p4"/>
          <p:cNvSpPr/>
          <p:nvPr/>
        </p:nvSpPr>
        <p:spPr>
          <a:xfrm>
            <a:off x="6946825" y="2407400"/>
            <a:ext cx="5436300" cy="5436300"/>
          </a:xfrm>
          <a:prstGeom prst="ellipse">
            <a:avLst/>
          </a:prstGeom>
          <a:noFill/>
          <a:ln cap="flat" cmpd="sng" w="152400">
            <a:solidFill>
              <a:srgbClr val="558E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3" name="Google Shape;303;p4"/>
          <p:cNvSpPr/>
          <p:nvPr/>
        </p:nvSpPr>
        <p:spPr>
          <a:xfrm rot="2700000">
            <a:off x="8148331" y="2160422"/>
            <a:ext cx="823072" cy="822648"/>
          </a:xfrm>
          <a:prstGeom prst="ellipse">
            <a:avLst/>
          </a:prstGeom>
          <a:solidFill>
            <a:srgbClr val="FFFFFF"/>
          </a:solidFill>
          <a:ln cap="flat" cmpd="sng" w="28575">
            <a:solidFill>
              <a:srgbClr val="558ED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7F7F7F"/>
              </a:solidFill>
              <a:latin typeface="Montserrat Light"/>
              <a:ea typeface="Montserrat Light"/>
              <a:cs typeface="Montserrat Light"/>
              <a:sym typeface="Montserrat Light"/>
            </a:endParaRPr>
          </a:p>
        </p:txBody>
      </p:sp>
      <p:sp>
        <p:nvSpPr>
          <p:cNvPr id="304" name="Google Shape;304;p4"/>
          <p:cNvSpPr/>
          <p:nvPr/>
        </p:nvSpPr>
        <p:spPr>
          <a:xfrm rot="2700000">
            <a:off x="7117131" y="2940960"/>
            <a:ext cx="823072" cy="822648"/>
          </a:xfrm>
          <a:prstGeom prst="ellipse">
            <a:avLst/>
          </a:prstGeom>
          <a:solidFill>
            <a:srgbClr val="FFFFFF"/>
          </a:solidFill>
          <a:ln cap="flat" cmpd="sng" w="28575">
            <a:solidFill>
              <a:srgbClr val="558ED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7F7F7F"/>
              </a:solidFill>
              <a:latin typeface="Montserrat Light"/>
              <a:ea typeface="Montserrat Light"/>
              <a:cs typeface="Montserrat Light"/>
              <a:sym typeface="Montserrat Light"/>
            </a:endParaRPr>
          </a:p>
        </p:txBody>
      </p:sp>
      <p:sp>
        <p:nvSpPr>
          <p:cNvPr id="305" name="Google Shape;305;p4"/>
          <p:cNvSpPr/>
          <p:nvPr/>
        </p:nvSpPr>
        <p:spPr>
          <a:xfrm rot="2700000">
            <a:off x="6526431" y="4104660"/>
            <a:ext cx="823072" cy="822648"/>
          </a:xfrm>
          <a:prstGeom prst="ellipse">
            <a:avLst/>
          </a:prstGeom>
          <a:solidFill>
            <a:srgbClr val="FFFFFF"/>
          </a:solidFill>
          <a:ln cap="flat" cmpd="sng" w="28575">
            <a:solidFill>
              <a:srgbClr val="558ED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7F7F7F"/>
              </a:solidFill>
              <a:latin typeface="Montserrat Light"/>
              <a:ea typeface="Montserrat Light"/>
              <a:cs typeface="Montserrat Light"/>
              <a:sym typeface="Montserrat Light"/>
            </a:endParaRPr>
          </a:p>
        </p:txBody>
      </p:sp>
      <p:pic>
        <p:nvPicPr>
          <p:cNvPr id="306" name="Google Shape;306;p4"/>
          <p:cNvPicPr preferRelativeResize="0"/>
          <p:nvPr/>
        </p:nvPicPr>
        <p:blipFill rotWithShape="1">
          <a:blip r:embed="rId4">
            <a:alphaModFix/>
          </a:blip>
          <a:srcRect b="0" l="0" r="0" t="0"/>
          <a:stretch/>
        </p:blipFill>
        <p:spPr>
          <a:xfrm>
            <a:off x="8349270" y="2373080"/>
            <a:ext cx="421200" cy="397333"/>
          </a:xfrm>
          <a:prstGeom prst="rect">
            <a:avLst/>
          </a:prstGeom>
          <a:noFill/>
          <a:ln>
            <a:noFill/>
          </a:ln>
        </p:spPr>
      </p:pic>
      <p:pic>
        <p:nvPicPr>
          <p:cNvPr id="307" name="Google Shape;307;p4"/>
          <p:cNvPicPr preferRelativeResize="0"/>
          <p:nvPr/>
        </p:nvPicPr>
        <p:blipFill rotWithShape="1">
          <a:blip r:embed="rId5">
            <a:alphaModFix/>
          </a:blip>
          <a:srcRect b="0" l="0" r="0" t="0"/>
          <a:stretch/>
        </p:blipFill>
        <p:spPr>
          <a:xfrm>
            <a:off x="7282372" y="3144538"/>
            <a:ext cx="492603" cy="415500"/>
          </a:xfrm>
          <a:prstGeom prst="rect">
            <a:avLst/>
          </a:prstGeom>
          <a:noFill/>
          <a:ln>
            <a:noFill/>
          </a:ln>
        </p:spPr>
      </p:pic>
      <p:pic>
        <p:nvPicPr>
          <p:cNvPr id="308" name="Google Shape;308;p4"/>
          <p:cNvPicPr preferRelativeResize="0"/>
          <p:nvPr/>
        </p:nvPicPr>
        <p:blipFill rotWithShape="1">
          <a:blip r:embed="rId6">
            <a:alphaModFix/>
          </a:blip>
          <a:srcRect b="0" l="0" r="0" t="0"/>
          <a:stretch/>
        </p:blipFill>
        <p:spPr>
          <a:xfrm>
            <a:off x="6691674" y="4327675"/>
            <a:ext cx="492599" cy="376600"/>
          </a:xfrm>
          <a:prstGeom prst="rect">
            <a:avLst/>
          </a:prstGeom>
          <a:noFill/>
          <a:ln>
            <a:noFill/>
          </a:ln>
        </p:spPr>
      </p:pic>
      <p:pic>
        <p:nvPicPr>
          <p:cNvPr id="309" name="Google Shape;309;p4"/>
          <p:cNvPicPr preferRelativeResize="0"/>
          <p:nvPr/>
        </p:nvPicPr>
        <p:blipFill rotWithShape="1">
          <a:blip r:embed="rId7">
            <a:alphaModFix/>
          </a:blip>
          <a:srcRect b="14366" l="0" r="0" t="0"/>
          <a:stretch/>
        </p:blipFill>
        <p:spPr>
          <a:xfrm>
            <a:off x="7284475" y="1704074"/>
            <a:ext cx="821050" cy="548075"/>
          </a:xfrm>
          <a:prstGeom prst="rect">
            <a:avLst/>
          </a:prstGeom>
          <a:noFill/>
          <a:ln>
            <a:noFill/>
          </a:ln>
        </p:spPr>
      </p:pic>
      <p:sp>
        <p:nvSpPr>
          <p:cNvPr id="310" name="Google Shape;310;p4"/>
          <p:cNvSpPr/>
          <p:nvPr/>
        </p:nvSpPr>
        <p:spPr>
          <a:xfrm>
            <a:off x="3772949" y="1652938"/>
            <a:ext cx="3350100" cy="625500"/>
          </a:xfrm>
          <a:prstGeom prst="rect">
            <a:avLst/>
          </a:prstGeom>
          <a:noFill/>
          <a:ln cap="flat" cmpd="sng" w="28575">
            <a:solidFill>
              <a:srgbClr val="558ED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700"/>
              <a:buFont typeface="Calibri"/>
              <a:buNone/>
            </a:pPr>
            <a:r>
              <a:rPr b="1" i="0" lang="en" sz="2000" u="none" cap="none" strike="noStrike">
                <a:solidFill>
                  <a:srgbClr val="7F7F7F"/>
                </a:solidFill>
                <a:latin typeface="Montserrat"/>
                <a:ea typeface="Montserrat"/>
                <a:cs typeface="Montserrat"/>
                <a:sym typeface="Montserrat"/>
              </a:rPr>
              <a:t>2014-2020 : +1,1 Mds €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700"/>
              <a:buFont typeface="Calibri"/>
              <a:buNone/>
            </a:pPr>
            <a:r>
              <a:rPr b="1" i="0" lang="en" sz="2000" u="none" cap="none" strike="noStrike">
                <a:solidFill>
                  <a:srgbClr val="7F7F7F"/>
                </a:solidFill>
                <a:latin typeface="Montserrat"/>
                <a:ea typeface="Montserrat"/>
                <a:cs typeface="Montserrat"/>
                <a:sym typeface="Montserrat"/>
              </a:rPr>
              <a:t>en Guadeloupe</a:t>
            </a:r>
            <a:endParaRPr b="1" i="0" sz="2000" u="none" cap="none" strike="noStrike">
              <a:solidFill>
                <a:srgbClr val="7F7F7F"/>
              </a:solidFill>
              <a:latin typeface="Montserrat"/>
              <a:ea typeface="Montserrat"/>
              <a:cs typeface="Montserrat"/>
              <a:sym typeface="Montserrat"/>
            </a:endParaRPr>
          </a:p>
        </p:txBody>
      </p:sp>
      <p:pic>
        <p:nvPicPr>
          <p:cNvPr id="311" name="Google Shape;311;p4"/>
          <p:cNvPicPr preferRelativeResize="0"/>
          <p:nvPr/>
        </p:nvPicPr>
        <p:blipFill rotWithShape="1">
          <a:blip r:embed="rId8">
            <a:alphaModFix/>
          </a:blip>
          <a:srcRect b="37005" l="0" r="57663" t="0"/>
          <a:stretch/>
        </p:blipFill>
        <p:spPr>
          <a:xfrm>
            <a:off x="2166146" y="1665350"/>
            <a:ext cx="1445378" cy="625500"/>
          </a:xfrm>
          <a:prstGeom prst="rect">
            <a:avLst/>
          </a:prstGeom>
          <a:noFill/>
          <a:ln>
            <a:noFill/>
          </a:ln>
        </p:spPr>
      </p:pic>
      <p:sp>
        <p:nvSpPr>
          <p:cNvPr id="312" name="Google Shape;312;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99607"/>
          </a:schemeClr>
        </a:solidFill>
      </p:bgPr>
    </p:bg>
    <p:spTree>
      <p:nvGrpSpPr>
        <p:cNvPr id="316" name="Shape 316"/>
        <p:cNvGrpSpPr/>
        <p:nvPr/>
      </p:nvGrpSpPr>
      <p:grpSpPr>
        <a:xfrm>
          <a:off x="0" y="0"/>
          <a:ext cx="0" cy="0"/>
          <a:chOff x="0" y="0"/>
          <a:chExt cx="0" cy="0"/>
        </a:xfrm>
      </p:grpSpPr>
      <p:sp>
        <p:nvSpPr>
          <p:cNvPr id="317" name="Google Shape;317;p5"/>
          <p:cNvSpPr txBox="1"/>
          <p:nvPr/>
        </p:nvSpPr>
        <p:spPr>
          <a:xfrm>
            <a:off x="65859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3C78D8"/>
              </a:buClr>
              <a:buSzPts val="700"/>
              <a:buFont typeface="Calibri"/>
              <a:buNone/>
            </a:pPr>
            <a:r>
              <a:rPr b="1" i="0" lang="en" sz="700" u="none" cap="none" strike="noStrike">
                <a:solidFill>
                  <a:srgbClr val="558ED5"/>
                </a:solidFill>
                <a:latin typeface="Calibri"/>
                <a:ea typeface="Calibri"/>
                <a:cs typeface="Calibri"/>
                <a:sym typeface="Calibri"/>
              </a:rPr>
              <a:t>OPPORTUNITÉ DE MARCHÉ</a:t>
            </a:r>
            <a:endParaRPr b="1" i="0" sz="700" u="none" cap="none" strike="noStrike">
              <a:solidFill>
                <a:srgbClr val="558ED5"/>
              </a:solidFill>
              <a:latin typeface="Calibri"/>
              <a:ea typeface="Calibri"/>
              <a:cs typeface="Calibri"/>
              <a:sym typeface="Calibri"/>
            </a:endParaRPr>
          </a:p>
        </p:txBody>
      </p:sp>
      <p:sp>
        <p:nvSpPr>
          <p:cNvPr id="318" name="Google Shape;318;p5"/>
          <p:cNvSpPr txBox="1"/>
          <p:nvPr/>
        </p:nvSpPr>
        <p:spPr>
          <a:xfrm>
            <a:off x="196345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LE PROJET</a:t>
            </a:r>
            <a:endParaRPr b="0" i="0" sz="700" u="none" cap="none" strike="noStrike">
              <a:solidFill>
                <a:srgbClr val="B7B7B7"/>
              </a:solidFill>
              <a:latin typeface="Calibri"/>
              <a:ea typeface="Calibri"/>
              <a:cs typeface="Calibri"/>
              <a:sym typeface="Calibri"/>
            </a:endParaRPr>
          </a:p>
        </p:txBody>
      </p:sp>
      <p:sp>
        <p:nvSpPr>
          <p:cNvPr id="319" name="Google Shape;319;p5"/>
          <p:cNvSpPr txBox="1"/>
          <p:nvPr/>
        </p:nvSpPr>
        <p:spPr>
          <a:xfrm>
            <a:off x="326831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LE MARCHÉ</a:t>
            </a:r>
            <a:endParaRPr b="0" i="0" sz="700" u="none" cap="none" strike="noStrike">
              <a:solidFill>
                <a:srgbClr val="B7B7B7"/>
              </a:solidFill>
              <a:latin typeface="Calibri"/>
              <a:ea typeface="Calibri"/>
              <a:cs typeface="Calibri"/>
              <a:sym typeface="Calibri"/>
            </a:endParaRPr>
          </a:p>
        </p:txBody>
      </p:sp>
      <p:sp>
        <p:nvSpPr>
          <p:cNvPr id="320" name="Google Shape;320;p5"/>
          <p:cNvSpPr txBox="1"/>
          <p:nvPr/>
        </p:nvSpPr>
        <p:spPr>
          <a:xfrm>
            <a:off x="457317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LA STRATÉGIE</a:t>
            </a:r>
            <a:endParaRPr b="0" i="0" sz="700" u="none" cap="none" strike="noStrike">
              <a:solidFill>
                <a:srgbClr val="B7B7B7"/>
              </a:solidFill>
              <a:latin typeface="Calibri"/>
              <a:ea typeface="Calibri"/>
              <a:cs typeface="Calibri"/>
              <a:sym typeface="Calibri"/>
            </a:endParaRPr>
          </a:p>
        </p:txBody>
      </p:sp>
      <p:sp>
        <p:nvSpPr>
          <p:cNvPr id="321" name="Google Shape;321;p5"/>
          <p:cNvSpPr txBox="1"/>
          <p:nvPr/>
        </p:nvSpPr>
        <p:spPr>
          <a:xfrm>
            <a:off x="5878037"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FINANCES</a:t>
            </a:r>
            <a:endParaRPr b="0" i="0" sz="700" u="none" cap="none" strike="noStrike">
              <a:solidFill>
                <a:srgbClr val="B7B7B7"/>
              </a:solidFill>
              <a:latin typeface="Calibri"/>
              <a:ea typeface="Calibri"/>
              <a:cs typeface="Calibri"/>
              <a:sym typeface="Calibri"/>
            </a:endParaRPr>
          </a:p>
        </p:txBody>
      </p:sp>
      <p:sp>
        <p:nvSpPr>
          <p:cNvPr id="322" name="Google Shape;322;p5"/>
          <p:cNvSpPr txBox="1"/>
          <p:nvPr/>
        </p:nvSpPr>
        <p:spPr>
          <a:xfrm>
            <a:off x="658600" y="762275"/>
            <a:ext cx="8140200" cy="415500"/>
          </a:xfrm>
          <a:prstGeom prst="rect">
            <a:avLst/>
          </a:prstGeom>
          <a:noFill/>
          <a:ln>
            <a:noFill/>
          </a:ln>
        </p:spPr>
        <p:txBody>
          <a:bodyPr anchorCtr="0" anchor="t" bIns="17100" lIns="34225" spcFirstLastPara="1" rIns="34225" wrap="square" tIns="17100">
            <a:noAutofit/>
          </a:bodyPr>
          <a:lstStyle/>
          <a:p>
            <a:pPr indent="0" lvl="0" marL="0" marR="0" rtl="0" algn="l">
              <a:lnSpc>
                <a:spcPct val="100000"/>
              </a:lnSpc>
              <a:spcBef>
                <a:spcPts val="0"/>
              </a:spcBef>
              <a:spcAft>
                <a:spcPts val="0"/>
              </a:spcAft>
              <a:buClr>
                <a:srgbClr val="3C78D8"/>
              </a:buClr>
              <a:buSzPts val="2500"/>
              <a:buFont typeface="Montserrat"/>
              <a:buNone/>
            </a:pPr>
            <a:r>
              <a:rPr b="1" i="0" lang="en" sz="2400" u="none" cap="none" strike="noStrike">
                <a:solidFill>
                  <a:srgbClr val="558ED5"/>
                </a:solidFill>
                <a:latin typeface="Montserrat"/>
                <a:ea typeface="Montserrat"/>
                <a:cs typeface="Montserrat"/>
                <a:sym typeface="Montserrat"/>
              </a:rPr>
              <a:t>UN TAUX DE CONSOMMATION A OPTIMISER</a:t>
            </a:r>
            <a:endParaRPr b="1" i="0" sz="2400" u="none" cap="none" strike="noStrike">
              <a:solidFill>
                <a:srgbClr val="558ED5"/>
              </a:solidFill>
              <a:latin typeface="Montserrat"/>
              <a:ea typeface="Montserrat"/>
              <a:cs typeface="Montserrat"/>
              <a:sym typeface="Montserrat"/>
            </a:endParaRPr>
          </a:p>
        </p:txBody>
      </p:sp>
      <p:sp>
        <p:nvSpPr>
          <p:cNvPr id="323" name="Google Shape;323;p5"/>
          <p:cNvSpPr txBox="1"/>
          <p:nvPr/>
        </p:nvSpPr>
        <p:spPr>
          <a:xfrm>
            <a:off x="657420" y="1177775"/>
            <a:ext cx="7827000" cy="346200"/>
          </a:xfrm>
          <a:prstGeom prst="rect">
            <a:avLst/>
          </a:prstGeom>
          <a:noFill/>
          <a:ln>
            <a:noFill/>
          </a:ln>
        </p:spPr>
        <p:txBody>
          <a:bodyPr anchorCtr="0" anchor="t" bIns="17100" lIns="34225" spcFirstLastPara="1" rIns="34225" wrap="square" tIns="17100">
            <a:noAutofit/>
          </a:bodyPr>
          <a:lstStyle/>
          <a:p>
            <a:pPr indent="0" lvl="0" marL="0" marR="0" rtl="0" algn="l">
              <a:lnSpc>
                <a:spcPct val="150000"/>
              </a:lnSpc>
              <a:spcBef>
                <a:spcPts val="0"/>
              </a:spcBef>
              <a:spcAft>
                <a:spcPts val="0"/>
              </a:spcAft>
              <a:buClr>
                <a:schemeClr val="dk1"/>
              </a:buClr>
              <a:buSzPts val="1100"/>
              <a:buFont typeface="Calibri"/>
              <a:buNone/>
            </a:pPr>
            <a:r>
              <a:t/>
            </a:r>
            <a:endParaRPr b="1" i="0" sz="1100" u="none" cap="none" strike="noStrike">
              <a:solidFill>
                <a:srgbClr val="999999"/>
              </a:solidFill>
              <a:latin typeface="Calibri"/>
              <a:ea typeface="Calibri"/>
              <a:cs typeface="Calibri"/>
              <a:sym typeface="Calibri"/>
            </a:endParaRPr>
          </a:p>
        </p:txBody>
      </p:sp>
      <p:sp>
        <p:nvSpPr>
          <p:cNvPr id="324" name="Google Shape;324;p5"/>
          <p:cNvSpPr/>
          <p:nvPr/>
        </p:nvSpPr>
        <p:spPr>
          <a:xfrm>
            <a:off x="1099300" y="4568051"/>
            <a:ext cx="421200" cy="415500"/>
          </a:xfrm>
          <a:prstGeom prst="roundRect">
            <a:avLst>
              <a:gd fmla="val 16667" name="adj"/>
            </a:avLst>
          </a:prstGeom>
          <a:solidFill>
            <a:srgbClr val="FFFFFF"/>
          </a:solidFill>
          <a:ln>
            <a:noFill/>
          </a:ln>
          <a:effectLst>
            <a:outerShdw blurRad="127000" sx="102000" rotWithShape="0" algn="ctr" sy="102000">
              <a:srgbClr val="000000">
                <a:alpha val="22745"/>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325" name="Google Shape;325;p5"/>
          <p:cNvSpPr/>
          <p:nvPr/>
        </p:nvSpPr>
        <p:spPr>
          <a:xfrm>
            <a:off x="657421" y="95700"/>
            <a:ext cx="1305000" cy="120300"/>
          </a:xfrm>
          <a:prstGeom prst="chevron">
            <a:avLst>
              <a:gd fmla="val 65738" name="adj"/>
            </a:avLst>
          </a:prstGeom>
          <a:solidFill>
            <a:srgbClr val="558ED5"/>
          </a:solidFill>
          <a:ln>
            <a:noFill/>
          </a:ln>
          <a:effectLst>
            <a:outerShdw blurRad="57150" rotWithShape="0" algn="bl" dir="5520000" dist="19050">
              <a:srgbClr val="000000">
                <a:alpha val="20000"/>
              </a:srgbClr>
            </a:outerShdw>
          </a:effectLst>
        </p:spPr>
        <p:txBody>
          <a:bodyPr anchorCtr="0" anchor="ctr" bIns="47900" lIns="448800" spcFirstLastPara="1" rIns="353000" wrap="square" tIns="479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26" name="Google Shape;326;p5"/>
          <p:cNvSpPr/>
          <p:nvPr/>
        </p:nvSpPr>
        <p:spPr>
          <a:xfrm>
            <a:off x="196228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327" name="Google Shape;327;p5"/>
          <p:cNvSpPr/>
          <p:nvPr/>
        </p:nvSpPr>
        <p:spPr>
          <a:xfrm>
            <a:off x="326714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328" name="Google Shape;328;p5"/>
          <p:cNvSpPr/>
          <p:nvPr/>
        </p:nvSpPr>
        <p:spPr>
          <a:xfrm>
            <a:off x="457200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329" name="Google Shape;329;p5"/>
          <p:cNvSpPr/>
          <p:nvPr/>
        </p:nvSpPr>
        <p:spPr>
          <a:xfrm>
            <a:off x="587686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500" u="none" cap="none" strike="noStrike">
              <a:solidFill>
                <a:schemeClr val="dk1"/>
              </a:solidFill>
              <a:latin typeface="Calibri"/>
              <a:ea typeface="Calibri"/>
              <a:cs typeface="Calibri"/>
              <a:sym typeface="Calibri"/>
            </a:endParaRPr>
          </a:p>
        </p:txBody>
      </p:sp>
      <p:grpSp>
        <p:nvGrpSpPr>
          <p:cNvPr id="330" name="Google Shape;330;p5"/>
          <p:cNvGrpSpPr/>
          <p:nvPr/>
        </p:nvGrpSpPr>
        <p:grpSpPr>
          <a:xfrm>
            <a:off x="1212238" y="4680591"/>
            <a:ext cx="195595" cy="190494"/>
            <a:chOff x="6232525" y="1136651"/>
            <a:chExt cx="495303" cy="488948"/>
          </a:xfrm>
        </p:grpSpPr>
        <p:sp>
          <p:nvSpPr>
            <p:cNvPr id="331" name="Google Shape;331;p5"/>
            <p:cNvSpPr/>
            <p:nvPr/>
          </p:nvSpPr>
          <p:spPr>
            <a:xfrm>
              <a:off x="6518275" y="1273176"/>
              <a:ext cx="52388" cy="52388"/>
            </a:xfrm>
            <a:custGeom>
              <a:rect b="b" l="l" r="r" t="t"/>
              <a:pathLst>
                <a:path extrusionOk="0" h="360" w="360">
                  <a:moveTo>
                    <a:pt x="180" y="0"/>
                  </a:moveTo>
                  <a:lnTo>
                    <a:pt x="212" y="3"/>
                  </a:lnTo>
                  <a:lnTo>
                    <a:pt x="244" y="11"/>
                  </a:lnTo>
                  <a:lnTo>
                    <a:pt x="272" y="24"/>
                  </a:lnTo>
                  <a:lnTo>
                    <a:pt x="297" y="41"/>
                  </a:lnTo>
                  <a:lnTo>
                    <a:pt x="318" y="63"/>
                  </a:lnTo>
                  <a:lnTo>
                    <a:pt x="336" y="88"/>
                  </a:lnTo>
                  <a:lnTo>
                    <a:pt x="350" y="116"/>
                  </a:lnTo>
                  <a:lnTo>
                    <a:pt x="358" y="148"/>
                  </a:lnTo>
                  <a:lnTo>
                    <a:pt x="360" y="180"/>
                  </a:lnTo>
                  <a:lnTo>
                    <a:pt x="358" y="212"/>
                  </a:lnTo>
                  <a:lnTo>
                    <a:pt x="350" y="243"/>
                  </a:lnTo>
                  <a:lnTo>
                    <a:pt x="336" y="271"/>
                  </a:lnTo>
                  <a:lnTo>
                    <a:pt x="318" y="296"/>
                  </a:lnTo>
                  <a:lnTo>
                    <a:pt x="297" y="318"/>
                  </a:lnTo>
                  <a:lnTo>
                    <a:pt x="272" y="335"/>
                  </a:lnTo>
                  <a:lnTo>
                    <a:pt x="244" y="349"/>
                  </a:lnTo>
                  <a:lnTo>
                    <a:pt x="212" y="357"/>
                  </a:lnTo>
                  <a:lnTo>
                    <a:pt x="180" y="360"/>
                  </a:lnTo>
                  <a:lnTo>
                    <a:pt x="148" y="357"/>
                  </a:lnTo>
                  <a:lnTo>
                    <a:pt x="118" y="349"/>
                  </a:lnTo>
                  <a:lnTo>
                    <a:pt x="90" y="335"/>
                  </a:lnTo>
                  <a:lnTo>
                    <a:pt x="65" y="318"/>
                  </a:lnTo>
                  <a:lnTo>
                    <a:pt x="43" y="296"/>
                  </a:lnTo>
                  <a:lnTo>
                    <a:pt x="25" y="271"/>
                  </a:lnTo>
                  <a:lnTo>
                    <a:pt x="12" y="243"/>
                  </a:lnTo>
                  <a:lnTo>
                    <a:pt x="3" y="212"/>
                  </a:lnTo>
                  <a:lnTo>
                    <a:pt x="0" y="180"/>
                  </a:lnTo>
                  <a:lnTo>
                    <a:pt x="3" y="148"/>
                  </a:lnTo>
                  <a:lnTo>
                    <a:pt x="12" y="116"/>
                  </a:lnTo>
                  <a:lnTo>
                    <a:pt x="25" y="88"/>
                  </a:lnTo>
                  <a:lnTo>
                    <a:pt x="43" y="63"/>
                  </a:lnTo>
                  <a:lnTo>
                    <a:pt x="65" y="41"/>
                  </a:lnTo>
                  <a:lnTo>
                    <a:pt x="90" y="24"/>
                  </a:lnTo>
                  <a:lnTo>
                    <a:pt x="118" y="11"/>
                  </a:lnTo>
                  <a:lnTo>
                    <a:pt x="148" y="3"/>
                  </a:lnTo>
                  <a:lnTo>
                    <a:pt x="180" y="0"/>
                  </a:lnTo>
                  <a:close/>
                </a:path>
              </a:pathLst>
            </a:custGeom>
            <a:solidFill>
              <a:srgbClr val="27A2D7"/>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2" name="Google Shape;332;p5"/>
            <p:cNvSpPr/>
            <p:nvPr/>
          </p:nvSpPr>
          <p:spPr>
            <a:xfrm>
              <a:off x="6361113" y="1136651"/>
              <a:ext cx="366715" cy="365125"/>
            </a:xfrm>
            <a:custGeom>
              <a:rect b="b" l="l" r="r" t="t"/>
              <a:pathLst>
                <a:path extrusionOk="0" h="2537" w="2533">
                  <a:moveTo>
                    <a:pt x="1266" y="706"/>
                  </a:moveTo>
                  <a:lnTo>
                    <a:pt x="1206" y="709"/>
                  </a:lnTo>
                  <a:lnTo>
                    <a:pt x="1146" y="719"/>
                  </a:lnTo>
                  <a:lnTo>
                    <a:pt x="1089" y="735"/>
                  </a:lnTo>
                  <a:lnTo>
                    <a:pt x="1035" y="756"/>
                  </a:lnTo>
                  <a:lnTo>
                    <a:pt x="983" y="783"/>
                  </a:lnTo>
                  <a:lnTo>
                    <a:pt x="935" y="815"/>
                  </a:lnTo>
                  <a:lnTo>
                    <a:pt x="891" y="852"/>
                  </a:lnTo>
                  <a:lnTo>
                    <a:pt x="850" y="892"/>
                  </a:lnTo>
                  <a:lnTo>
                    <a:pt x="814" y="937"/>
                  </a:lnTo>
                  <a:lnTo>
                    <a:pt x="781" y="985"/>
                  </a:lnTo>
                  <a:lnTo>
                    <a:pt x="755" y="1036"/>
                  </a:lnTo>
                  <a:lnTo>
                    <a:pt x="734" y="1091"/>
                  </a:lnTo>
                  <a:lnTo>
                    <a:pt x="718" y="1149"/>
                  </a:lnTo>
                  <a:lnTo>
                    <a:pt x="709" y="1207"/>
                  </a:lnTo>
                  <a:lnTo>
                    <a:pt x="704" y="1269"/>
                  </a:lnTo>
                  <a:lnTo>
                    <a:pt x="709" y="1330"/>
                  </a:lnTo>
                  <a:lnTo>
                    <a:pt x="718" y="1390"/>
                  </a:lnTo>
                  <a:lnTo>
                    <a:pt x="734" y="1447"/>
                  </a:lnTo>
                  <a:lnTo>
                    <a:pt x="755" y="1501"/>
                  </a:lnTo>
                  <a:lnTo>
                    <a:pt x="781" y="1553"/>
                  </a:lnTo>
                  <a:lnTo>
                    <a:pt x="814" y="1601"/>
                  </a:lnTo>
                  <a:lnTo>
                    <a:pt x="850" y="1646"/>
                  </a:lnTo>
                  <a:lnTo>
                    <a:pt x="891" y="1687"/>
                  </a:lnTo>
                  <a:lnTo>
                    <a:pt x="935" y="1723"/>
                  </a:lnTo>
                  <a:lnTo>
                    <a:pt x="983" y="1754"/>
                  </a:lnTo>
                  <a:lnTo>
                    <a:pt x="1035" y="1781"/>
                  </a:lnTo>
                  <a:lnTo>
                    <a:pt x="1089" y="1803"/>
                  </a:lnTo>
                  <a:lnTo>
                    <a:pt x="1146" y="1819"/>
                  </a:lnTo>
                  <a:lnTo>
                    <a:pt x="1206" y="1828"/>
                  </a:lnTo>
                  <a:lnTo>
                    <a:pt x="1266" y="1831"/>
                  </a:lnTo>
                  <a:lnTo>
                    <a:pt x="1327" y="1828"/>
                  </a:lnTo>
                  <a:lnTo>
                    <a:pt x="1387" y="1819"/>
                  </a:lnTo>
                  <a:lnTo>
                    <a:pt x="1444" y="1803"/>
                  </a:lnTo>
                  <a:lnTo>
                    <a:pt x="1498" y="1781"/>
                  </a:lnTo>
                  <a:lnTo>
                    <a:pt x="1550" y="1754"/>
                  </a:lnTo>
                  <a:lnTo>
                    <a:pt x="1598" y="1723"/>
                  </a:lnTo>
                  <a:lnTo>
                    <a:pt x="1643" y="1687"/>
                  </a:lnTo>
                  <a:lnTo>
                    <a:pt x="1683" y="1646"/>
                  </a:lnTo>
                  <a:lnTo>
                    <a:pt x="1720" y="1601"/>
                  </a:lnTo>
                  <a:lnTo>
                    <a:pt x="1751" y="1553"/>
                  </a:lnTo>
                  <a:lnTo>
                    <a:pt x="1778" y="1501"/>
                  </a:lnTo>
                  <a:lnTo>
                    <a:pt x="1800" y="1447"/>
                  </a:lnTo>
                  <a:lnTo>
                    <a:pt x="1815" y="1390"/>
                  </a:lnTo>
                  <a:lnTo>
                    <a:pt x="1825" y="1330"/>
                  </a:lnTo>
                  <a:lnTo>
                    <a:pt x="1828" y="1269"/>
                  </a:lnTo>
                  <a:lnTo>
                    <a:pt x="1825" y="1207"/>
                  </a:lnTo>
                  <a:lnTo>
                    <a:pt x="1815" y="1149"/>
                  </a:lnTo>
                  <a:lnTo>
                    <a:pt x="1800" y="1091"/>
                  </a:lnTo>
                  <a:lnTo>
                    <a:pt x="1778" y="1036"/>
                  </a:lnTo>
                  <a:lnTo>
                    <a:pt x="1751" y="985"/>
                  </a:lnTo>
                  <a:lnTo>
                    <a:pt x="1720" y="937"/>
                  </a:lnTo>
                  <a:lnTo>
                    <a:pt x="1683" y="892"/>
                  </a:lnTo>
                  <a:lnTo>
                    <a:pt x="1643" y="852"/>
                  </a:lnTo>
                  <a:lnTo>
                    <a:pt x="1598" y="815"/>
                  </a:lnTo>
                  <a:lnTo>
                    <a:pt x="1550" y="783"/>
                  </a:lnTo>
                  <a:lnTo>
                    <a:pt x="1498" y="756"/>
                  </a:lnTo>
                  <a:lnTo>
                    <a:pt x="1444" y="735"/>
                  </a:lnTo>
                  <a:lnTo>
                    <a:pt x="1387" y="719"/>
                  </a:lnTo>
                  <a:lnTo>
                    <a:pt x="1327" y="709"/>
                  </a:lnTo>
                  <a:lnTo>
                    <a:pt x="1266" y="706"/>
                  </a:lnTo>
                  <a:close/>
                  <a:moveTo>
                    <a:pt x="1030" y="0"/>
                  </a:moveTo>
                  <a:lnTo>
                    <a:pt x="1503" y="0"/>
                  </a:lnTo>
                  <a:lnTo>
                    <a:pt x="1525" y="3"/>
                  </a:lnTo>
                  <a:lnTo>
                    <a:pt x="1545" y="12"/>
                  </a:lnTo>
                  <a:lnTo>
                    <a:pt x="1561" y="24"/>
                  </a:lnTo>
                  <a:lnTo>
                    <a:pt x="1574" y="41"/>
                  </a:lnTo>
                  <a:lnTo>
                    <a:pt x="1582" y="61"/>
                  </a:lnTo>
                  <a:lnTo>
                    <a:pt x="1585" y="83"/>
                  </a:lnTo>
                  <a:lnTo>
                    <a:pt x="1585" y="288"/>
                  </a:lnTo>
                  <a:lnTo>
                    <a:pt x="1635" y="306"/>
                  </a:lnTo>
                  <a:lnTo>
                    <a:pt x="1685" y="326"/>
                  </a:lnTo>
                  <a:lnTo>
                    <a:pt x="1733" y="349"/>
                  </a:lnTo>
                  <a:lnTo>
                    <a:pt x="1879" y="205"/>
                  </a:lnTo>
                  <a:lnTo>
                    <a:pt x="1893" y="192"/>
                  </a:lnTo>
                  <a:lnTo>
                    <a:pt x="1910" y="185"/>
                  </a:lnTo>
                  <a:lnTo>
                    <a:pt x="1928" y="181"/>
                  </a:lnTo>
                  <a:lnTo>
                    <a:pt x="1945" y="181"/>
                  </a:lnTo>
                  <a:lnTo>
                    <a:pt x="1963" y="185"/>
                  </a:lnTo>
                  <a:lnTo>
                    <a:pt x="1980" y="192"/>
                  </a:lnTo>
                  <a:lnTo>
                    <a:pt x="1994" y="205"/>
                  </a:lnTo>
                  <a:lnTo>
                    <a:pt x="2329" y="540"/>
                  </a:lnTo>
                  <a:lnTo>
                    <a:pt x="2340" y="555"/>
                  </a:lnTo>
                  <a:lnTo>
                    <a:pt x="2349" y="571"/>
                  </a:lnTo>
                  <a:lnTo>
                    <a:pt x="2353" y="589"/>
                  </a:lnTo>
                  <a:lnTo>
                    <a:pt x="2353" y="607"/>
                  </a:lnTo>
                  <a:lnTo>
                    <a:pt x="2349" y="625"/>
                  </a:lnTo>
                  <a:lnTo>
                    <a:pt x="2340" y="641"/>
                  </a:lnTo>
                  <a:lnTo>
                    <a:pt x="2329" y="656"/>
                  </a:lnTo>
                  <a:lnTo>
                    <a:pt x="2183" y="802"/>
                  </a:lnTo>
                  <a:lnTo>
                    <a:pt x="2206" y="850"/>
                  </a:lnTo>
                  <a:lnTo>
                    <a:pt x="2227" y="899"/>
                  </a:lnTo>
                  <a:lnTo>
                    <a:pt x="2245" y="950"/>
                  </a:lnTo>
                  <a:lnTo>
                    <a:pt x="2451" y="950"/>
                  </a:lnTo>
                  <a:lnTo>
                    <a:pt x="2472" y="953"/>
                  </a:lnTo>
                  <a:lnTo>
                    <a:pt x="2491" y="961"/>
                  </a:lnTo>
                  <a:lnTo>
                    <a:pt x="2508" y="974"/>
                  </a:lnTo>
                  <a:lnTo>
                    <a:pt x="2521" y="990"/>
                  </a:lnTo>
                  <a:lnTo>
                    <a:pt x="2530" y="1010"/>
                  </a:lnTo>
                  <a:lnTo>
                    <a:pt x="2533" y="1032"/>
                  </a:lnTo>
                  <a:lnTo>
                    <a:pt x="2533" y="1506"/>
                  </a:lnTo>
                  <a:lnTo>
                    <a:pt x="2530" y="1528"/>
                  </a:lnTo>
                  <a:lnTo>
                    <a:pt x="2521" y="1548"/>
                  </a:lnTo>
                  <a:lnTo>
                    <a:pt x="2508" y="1565"/>
                  </a:lnTo>
                  <a:lnTo>
                    <a:pt x="2492" y="1577"/>
                  </a:lnTo>
                  <a:lnTo>
                    <a:pt x="2472" y="1585"/>
                  </a:lnTo>
                  <a:lnTo>
                    <a:pt x="2451" y="1589"/>
                  </a:lnTo>
                  <a:lnTo>
                    <a:pt x="2245" y="1589"/>
                  </a:lnTo>
                  <a:lnTo>
                    <a:pt x="2227" y="1639"/>
                  </a:lnTo>
                  <a:lnTo>
                    <a:pt x="2207" y="1689"/>
                  </a:lnTo>
                  <a:lnTo>
                    <a:pt x="2183" y="1737"/>
                  </a:lnTo>
                  <a:lnTo>
                    <a:pt x="2329" y="1882"/>
                  </a:lnTo>
                  <a:lnTo>
                    <a:pt x="2340" y="1897"/>
                  </a:lnTo>
                  <a:lnTo>
                    <a:pt x="2349" y="1914"/>
                  </a:lnTo>
                  <a:lnTo>
                    <a:pt x="2353" y="1931"/>
                  </a:lnTo>
                  <a:lnTo>
                    <a:pt x="2353" y="1949"/>
                  </a:lnTo>
                  <a:lnTo>
                    <a:pt x="2349" y="1967"/>
                  </a:lnTo>
                  <a:lnTo>
                    <a:pt x="2340" y="1984"/>
                  </a:lnTo>
                  <a:lnTo>
                    <a:pt x="2329" y="1998"/>
                  </a:lnTo>
                  <a:lnTo>
                    <a:pt x="1994" y="2334"/>
                  </a:lnTo>
                  <a:lnTo>
                    <a:pt x="1980" y="2345"/>
                  </a:lnTo>
                  <a:lnTo>
                    <a:pt x="1963" y="2354"/>
                  </a:lnTo>
                  <a:lnTo>
                    <a:pt x="1945" y="2357"/>
                  </a:lnTo>
                  <a:lnTo>
                    <a:pt x="1928" y="2357"/>
                  </a:lnTo>
                  <a:lnTo>
                    <a:pt x="1910" y="2354"/>
                  </a:lnTo>
                  <a:lnTo>
                    <a:pt x="1893" y="2345"/>
                  </a:lnTo>
                  <a:lnTo>
                    <a:pt x="1879" y="2334"/>
                  </a:lnTo>
                  <a:lnTo>
                    <a:pt x="1733" y="2188"/>
                  </a:lnTo>
                  <a:lnTo>
                    <a:pt x="1685" y="2211"/>
                  </a:lnTo>
                  <a:lnTo>
                    <a:pt x="1635" y="2232"/>
                  </a:lnTo>
                  <a:lnTo>
                    <a:pt x="1585" y="2249"/>
                  </a:lnTo>
                  <a:lnTo>
                    <a:pt x="1585" y="2456"/>
                  </a:lnTo>
                  <a:lnTo>
                    <a:pt x="1582" y="2478"/>
                  </a:lnTo>
                  <a:lnTo>
                    <a:pt x="1574" y="2496"/>
                  </a:lnTo>
                  <a:lnTo>
                    <a:pt x="1561" y="2513"/>
                  </a:lnTo>
                  <a:lnTo>
                    <a:pt x="1545" y="2527"/>
                  </a:lnTo>
                  <a:lnTo>
                    <a:pt x="1525" y="2535"/>
                  </a:lnTo>
                  <a:lnTo>
                    <a:pt x="1503" y="2537"/>
                  </a:lnTo>
                  <a:lnTo>
                    <a:pt x="1030" y="2537"/>
                  </a:lnTo>
                  <a:lnTo>
                    <a:pt x="1008" y="2535"/>
                  </a:lnTo>
                  <a:lnTo>
                    <a:pt x="988" y="2527"/>
                  </a:lnTo>
                  <a:lnTo>
                    <a:pt x="972" y="2513"/>
                  </a:lnTo>
                  <a:lnTo>
                    <a:pt x="959" y="2496"/>
                  </a:lnTo>
                  <a:lnTo>
                    <a:pt x="951" y="2478"/>
                  </a:lnTo>
                  <a:lnTo>
                    <a:pt x="948" y="2456"/>
                  </a:lnTo>
                  <a:lnTo>
                    <a:pt x="948" y="2249"/>
                  </a:lnTo>
                  <a:lnTo>
                    <a:pt x="873" y="2222"/>
                  </a:lnTo>
                  <a:lnTo>
                    <a:pt x="800" y="2188"/>
                  </a:lnTo>
                  <a:lnTo>
                    <a:pt x="655" y="2334"/>
                  </a:lnTo>
                  <a:lnTo>
                    <a:pt x="640" y="2345"/>
                  </a:lnTo>
                  <a:lnTo>
                    <a:pt x="623" y="2354"/>
                  </a:lnTo>
                  <a:lnTo>
                    <a:pt x="606" y="2357"/>
                  </a:lnTo>
                  <a:lnTo>
                    <a:pt x="588" y="2357"/>
                  </a:lnTo>
                  <a:lnTo>
                    <a:pt x="570" y="2354"/>
                  </a:lnTo>
                  <a:lnTo>
                    <a:pt x="554" y="2345"/>
                  </a:lnTo>
                  <a:lnTo>
                    <a:pt x="539" y="2334"/>
                  </a:lnTo>
                  <a:lnTo>
                    <a:pt x="204" y="1998"/>
                  </a:lnTo>
                  <a:lnTo>
                    <a:pt x="191" y="1981"/>
                  </a:lnTo>
                  <a:lnTo>
                    <a:pt x="182" y="1962"/>
                  </a:lnTo>
                  <a:lnTo>
                    <a:pt x="180" y="1940"/>
                  </a:lnTo>
                  <a:lnTo>
                    <a:pt x="182" y="1919"/>
                  </a:lnTo>
                  <a:lnTo>
                    <a:pt x="191" y="1899"/>
                  </a:lnTo>
                  <a:lnTo>
                    <a:pt x="204" y="1882"/>
                  </a:lnTo>
                  <a:lnTo>
                    <a:pt x="349" y="1737"/>
                  </a:lnTo>
                  <a:lnTo>
                    <a:pt x="316" y="1664"/>
                  </a:lnTo>
                  <a:lnTo>
                    <a:pt x="287" y="1589"/>
                  </a:lnTo>
                  <a:lnTo>
                    <a:pt x="83" y="1589"/>
                  </a:lnTo>
                  <a:lnTo>
                    <a:pt x="61" y="1585"/>
                  </a:lnTo>
                  <a:lnTo>
                    <a:pt x="41" y="1577"/>
                  </a:lnTo>
                  <a:lnTo>
                    <a:pt x="24" y="1565"/>
                  </a:lnTo>
                  <a:lnTo>
                    <a:pt x="12" y="1548"/>
                  </a:lnTo>
                  <a:lnTo>
                    <a:pt x="4" y="1528"/>
                  </a:lnTo>
                  <a:lnTo>
                    <a:pt x="0" y="1506"/>
                  </a:lnTo>
                  <a:lnTo>
                    <a:pt x="0" y="1032"/>
                  </a:lnTo>
                  <a:lnTo>
                    <a:pt x="4" y="1010"/>
                  </a:lnTo>
                  <a:lnTo>
                    <a:pt x="12" y="990"/>
                  </a:lnTo>
                  <a:lnTo>
                    <a:pt x="24" y="974"/>
                  </a:lnTo>
                  <a:lnTo>
                    <a:pt x="41" y="961"/>
                  </a:lnTo>
                  <a:lnTo>
                    <a:pt x="61" y="953"/>
                  </a:lnTo>
                  <a:lnTo>
                    <a:pt x="83" y="950"/>
                  </a:lnTo>
                  <a:lnTo>
                    <a:pt x="287" y="950"/>
                  </a:lnTo>
                  <a:lnTo>
                    <a:pt x="305" y="899"/>
                  </a:lnTo>
                  <a:lnTo>
                    <a:pt x="326" y="850"/>
                  </a:lnTo>
                  <a:lnTo>
                    <a:pt x="349" y="802"/>
                  </a:lnTo>
                  <a:lnTo>
                    <a:pt x="204" y="656"/>
                  </a:lnTo>
                  <a:lnTo>
                    <a:pt x="192" y="641"/>
                  </a:lnTo>
                  <a:lnTo>
                    <a:pt x="184" y="625"/>
                  </a:lnTo>
                  <a:lnTo>
                    <a:pt x="180" y="607"/>
                  </a:lnTo>
                  <a:lnTo>
                    <a:pt x="180" y="589"/>
                  </a:lnTo>
                  <a:lnTo>
                    <a:pt x="184" y="571"/>
                  </a:lnTo>
                  <a:lnTo>
                    <a:pt x="192" y="555"/>
                  </a:lnTo>
                  <a:lnTo>
                    <a:pt x="204" y="540"/>
                  </a:lnTo>
                  <a:lnTo>
                    <a:pt x="539" y="205"/>
                  </a:lnTo>
                  <a:lnTo>
                    <a:pt x="556" y="191"/>
                  </a:lnTo>
                  <a:lnTo>
                    <a:pt x="576" y="183"/>
                  </a:lnTo>
                  <a:lnTo>
                    <a:pt x="596" y="181"/>
                  </a:lnTo>
                  <a:lnTo>
                    <a:pt x="618" y="183"/>
                  </a:lnTo>
                  <a:lnTo>
                    <a:pt x="638" y="191"/>
                  </a:lnTo>
                  <a:lnTo>
                    <a:pt x="655" y="205"/>
                  </a:lnTo>
                  <a:lnTo>
                    <a:pt x="800" y="349"/>
                  </a:lnTo>
                  <a:lnTo>
                    <a:pt x="848" y="326"/>
                  </a:lnTo>
                  <a:lnTo>
                    <a:pt x="897" y="306"/>
                  </a:lnTo>
                  <a:lnTo>
                    <a:pt x="948" y="288"/>
                  </a:lnTo>
                  <a:lnTo>
                    <a:pt x="948" y="83"/>
                  </a:lnTo>
                  <a:lnTo>
                    <a:pt x="951" y="61"/>
                  </a:lnTo>
                  <a:lnTo>
                    <a:pt x="959" y="41"/>
                  </a:lnTo>
                  <a:lnTo>
                    <a:pt x="972" y="24"/>
                  </a:lnTo>
                  <a:lnTo>
                    <a:pt x="988" y="12"/>
                  </a:lnTo>
                  <a:lnTo>
                    <a:pt x="1008" y="3"/>
                  </a:lnTo>
                  <a:lnTo>
                    <a:pt x="1030" y="0"/>
                  </a:lnTo>
                  <a:close/>
                </a:path>
              </a:pathLst>
            </a:custGeom>
            <a:solidFill>
              <a:srgbClr val="27A2D7"/>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3" name="Google Shape;333;p5"/>
            <p:cNvSpPr/>
            <p:nvPr/>
          </p:nvSpPr>
          <p:spPr>
            <a:xfrm>
              <a:off x="6232525" y="1427163"/>
              <a:ext cx="198437" cy="198436"/>
            </a:xfrm>
            <a:custGeom>
              <a:rect b="b" l="l" r="r" t="t"/>
              <a:pathLst>
                <a:path extrusionOk="0" h="1376" w="1374">
                  <a:moveTo>
                    <a:pt x="687" y="407"/>
                  </a:moveTo>
                  <a:lnTo>
                    <a:pt x="646" y="410"/>
                  </a:lnTo>
                  <a:lnTo>
                    <a:pt x="606" y="419"/>
                  </a:lnTo>
                  <a:lnTo>
                    <a:pt x="569" y="433"/>
                  </a:lnTo>
                  <a:lnTo>
                    <a:pt x="535" y="452"/>
                  </a:lnTo>
                  <a:lnTo>
                    <a:pt x="503" y="476"/>
                  </a:lnTo>
                  <a:lnTo>
                    <a:pt x="475" y="504"/>
                  </a:lnTo>
                  <a:lnTo>
                    <a:pt x="451" y="535"/>
                  </a:lnTo>
                  <a:lnTo>
                    <a:pt x="433" y="570"/>
                  </a:lnTo>
                  <a:lnTo>
                    <a:pt x="418" y="607"/>
                  </a:lnTo>
                  <a:lnTo>
                    <a:pt x="410" y="647"/>
                  </a:lnTo>
                  <a:lnTo>
                    <a:pt x="407" y="689"/>
                  </a:lnTo>
                  <a:lnTo>
                    <a:pt x="410" y="729"/>
                  </a:lnTo>
                  <a:lnTo>
                    <a:pt x="418" y="770"/>
                  </a:lnTo>
                  <a:lnTo>
                    <a:pt x="433" y="806"/>
                  </a:lnTo>
                  <a:lnTo>
                    <a:pt x="451" y="841"/>
                  </a:lnTo>
                  <a:lnTo>
                    <a:pt x="475" y="873"/>
                  </a:lnTo>
                  <a:lnTo>
                    <a:pt x="503" y="900"/>
                  </a:lnTo>
                  <a:lnTo>
                    <a:pt x="535" y="924"/>
                  </a:lnTo>
                  <a:lnTo>
                    <a:pt x="569" y="943"/>
                  </a:lnTo>
                  <a:lnTo>
                    <a:pt x="606" y="957"/>
                  </a:lnTo>
                  <a:lnTo>
                    <a:pt x="646" y="967"/>
                  </a:lnTo>
                  <a:lnTo>
                    <a:pt x="687" y="969"/>
                  </a:lnTo>
                  <a:lnTo>
                    <a:pt x="728" y="967"/>
                  </a:lnTo>
                  <a:lnTo>
                    <a:pt x="768" y="957"/>
                  </a:lnTo>
                  <a:lnTo>
                    <a:pt x="805" y="943"/>
                  </a:lnTo>
                  <a:lnTo>
                    <a:pt x="839" y="924"/>
                  </a:lnTo>
                  <a:lnTo>
                    <a:pt x="872" y="900"/>
                  </a:lnTo>
                  <a:lnTo>
                    <a:pt x="899" y="873"/>
                  </a:lnTo>
                  <a:lnTo>
                    <a:pt x="922" y="841"/>
                  </a:lnTo>
                  <a:lnTo>
                    <a:pt x="941" y="806"/>
                  </a:lnTo>
                  <a:lnTo>
                    <a:pt x="956" y="770"/>
                  </a:lnTo>
                  <a:lnTo>
                    <a:pt x="965" y="729"/>
                  </a:lnTo>
                  <a:lnTo>
                    <a:pt x="967" y="689"/>
                  </a:lnTo>
                  <a:lnTo>
                    <a:pt x="965" y="647"/>
                  </a:lnTo>
                  <a:lnTo>
                    <a:pt x="956" y="607"/>
                  </a:lnTo>
                  <a:lnTo>
                    <a:pt x="941" y="570"/>
                  </a:lnTo>
                  <a:lnTo>
                    <a:pt x="922" y="535"/>
                  </a:lnTo>
                  <a:lnTo>
                    <a:pt x="899" y="504"/>
                  </a:lnTo>
                  <a:lnTo>
                    <a:pt x="872" y="476"/>
                  </a:lnTo>
                  <a:lnTo>
                    <a:pt x="839" y="452"/>
                  </a:lnTo>
                  <a:lnTo>
                    <a:pt x="805" y="433"/>
                  </a:lnTo>
                  <a:lnTo>
                    <a:pt x="768" y="419"/>
                  </a:lnTo>
                  <a:lnTo>
                    <a:pt x="728" y="410"/>
                  </a:lnTo>
                  <a:lnTo>
                    <a:pt x="687" y="407"/>
                  </a:lnTo>
                  <a:close/>
                  <a:moveTo>
                    <a:pt x="566" y="0"/>
                  </a:moveTo>
                  <a:lnTo>
                    <a:pt x="808" y="0"/>
                  </a:lnTo>
                  <a:lnTo>
                    <a:pt x="830" y="3"/>
                  </a:lnTo>
                  <a:lnTo>
                    <a:pt x="850" y="11"/>
                  </a:lnTo>
                  <a:lnTo>
                    <a:pt x="866" y="24"/>
                  </a:lnTo>
                  <a:lnTo>
                    <a:pt x="879" y="40"/>
                  </a:lnTo>
                  <a:lnTo>
                    <a:pt x="887" y="60"/>
                  </a:lnTo>
                  <a:lnTo>
                    <a:pt x="890" y="82"/>
                  </a:lnTo>
                  <a:lnTo>
                    <a:pt x="890" y="159"/>
                  </a:lnTo>
                  <a:lnTo>
                    <a:pt x="917" y="170"/>
                  </a:lnTo>
                  <a:lnTo>
                    <a:pt x="971" y="115"/>
                  </a:lnTo>
                  <a:lnTo>
                    <a:pt x="986" y="104"/>
                  </a:lnTo>
                  <a:lnTo>
                    <a:pt x="1003" y="96"/>
                  </a:lnTo>
                  <a:lnTo>
                    <a:pt x="1020" y="92"/>
                  </a:lnTo>
                  <a:lnTo>
                    <a:pt x="1038" y="92"/>
                  </a:lnTo>
                  <a:lnTo>
                    <a:pt x="1056" y="96"/>
                  </a:lnTo>
                  <a:lnTo>
                    <a:pt x="1072" y="104"/>
                  </a:lnTo>
                  <a:lnTo>
                    <a:pt x="1087" y="115"/>
                  </a:lnTo>
                  <a:lnTo>
                    <a:pt x="1258" y="287"/>
                  </a:lnTo>
                  <a:lnTo>
                    <a:pt x="1270" y="302"/>
                  </a:lnTo>
                  <a:lnTo>
                    <a:pt x="1278" y="319"/>
                  </a:lnTo>
                  <a:lnTo>
                    <a:pt x="1282" y="336"/>
                  </a:lnTo>
                  <a:lnTo>
                    <a:pt x="1282" y="354"/>
                  </a:lnTo>
                  <a:lnTo>
                    <a:pt x="1278" y="372"/>
                  </a:lnTo>
                  <a:lnTo>
                    <a:pt x="1270" y="388"/>
                  </a:lnTo>
                  <a:lnTo>
                    <a:pt x="1258" y="403"/>
                  </a:lnTo>
                  <a:lnTo>
                    <a:pt x="1204" y="457"/>
                  </a:lnTo>
                  <a:lnTo>
                    <a:pt x="1216" y="485"/>
                  </a:lnTo>
                  <a:lnTo>
                    <a:pt x="1292" y="485"/>
                  </a:lnTo>
                  <a:lnTo>
                    <a:pt x="1314" y="487"/>
                  </a:lnTo>
                  <a:lnTo>
                    <a:pt x="1333" y="496"/>
                  </a:lnTo>
                  <a:lnTo>
                    <a:pt x="1350" y="509"/>
                  </a:lnTo>
                  <a:lnTo>
                    <a:pt x="1362" y="526"/>
                  </a:lnTo>
                  <a:lnTo>
                    <a:pt x="1371" y="545"/>
                  </a:lnTo>
                  <a:lnTo>
                    <a:pt x="1374" y="567"/>
                  </a:lnTo>
                  <a:lnTo>
                    <a:pt x="1374" y="809"/>
                  </a:lnTo>
                  <a:lnTo>
                    <a:pt x="1371" y="831"/>
                  </a:lnTo>
                  <a:lnTo>
                    <a:pt x="1362" y="851"/>
                  </a:lnTo>
                  <a:lnTo>
                    <a:pt x="1350" y="868"/>
                  </a:lnTo>
                  <a:lnTo>
                    <a:pt x="1333" y="880"/>
                  </a:lnTo>
                  <a:lnTo>
                    <a:pt x="1314" y="889"/>
                  </a:lnTo>
                  <a:lnTo>
                    <a:pt x="1292" y="892"/>
                  </a:lnTo>
                  <a:lnTo>
                    <a:pt x="1216" y="892"/>
                  </a:lnTo>
                  <a:lnTo>
                    <a:pt x="1204" y="919"/>
                  </a:lnTo>
                  <a:lnTo>
                    <a:pt x="1258" y="973"/>
                  </a:lnTo>
                  <a:lnTo>
                    <a:pt x="1270" y="988"/>
                  </a:lnTo>
                  <a:lnTo>
                    <a:pt x="1278" y="1004"/>
                  </a:lnTo>
                  <a:lnTo>
                    <a:pt x="1282" y="1022"/>
                  </a:lnTo>
                  <a:lnTo>
                    <a:pt x="1282" y="1040"/>
                  </a:lnTo>
                  <a:lnTo>
                    <a:pt x="1278" y="1058"/>
                  </a:lnTo>
                  <a:lnTo>
                    <a:pt x="1270" y="1074"/>
                  </a:lnTo>
                  <a:lnTo>
                    <a:pt x="1258" y="1089"/>
                  </a:lnTo>
                  <a:lnTo>
                    <a:pt x="1087" y="1261"/>
                  </a:lnTo>
                  <a:lnTo>
                    <a:pt x="1072" y="1272"/>
                  </a:lnTo>
                  <a:lnTo>
                    <a:pt x="1056" y="1281"/>
                  </a:lnTo>
                  <a:lnTo>
                    <a:pt x="1038" y="1285"/>
                  </a:lnTo>
                  <a:lnTo>
                    <a:pt x="1020" y="1285"/>
                  </a:lnTo>
                  <a:lnTo>
                    <a:pt x="1003" y="1281"/>
                  </a:lnTo>
                  <a:lnTo>
                    <a:pt x="986" y="1272"/>
                  </a:lnTo>
                  <a:lnTo>
                    <a:pt x="971" y="1261"/>
                  </a:lnTo>
                  <a:lnTo>
                    <a:pt x="917" y="1207"/>
                  </a:lnTo>
                  <a:lnTo>
                    <a:pt x="890" y="1218"/>
                  </a:lnTo>
                  <a:lnTo>
                    <a:pt x="890" y="1295"/>
                  </a:lnTo>
                  <a:lnTo>
                    <a:pt x="887" y="1316"/>
                  </a:lnTo>
                  <a:lnTo>
                    <a:pt x="879" y="1336"/>
                  </a:lnTo>
                  <a:lnTo>
                    <a:pt x="866" y="1352"/>
                  </a:lnTo>
                  <a:lnTo>
                    <a:pt x="850" y="1366"/>
                  </a:lnTo>
                  <a:lnTo>
                    <a:pt x="830" y="1373"/>
                  </a:lnTo>
                  <a:lnTo>
                    <a:pt x="808" y="1376"/>
                  </a:lnTo>
                  <a:lnTo>
                    <a:pt x="566" y="1376"/>
                  </a:lnTo>
                  <a:lnTo>
                    <a:pt x="544" y="1373"/>
                  </a:lnTo>
                  <a:lnTo>
                    <a:pt x="524" y="1366"/>
                  </a:lnTo>
                  <a:lnTo>
                    <a:pt x="509" y="1352"/>
                  </a:lnTo>
                  <a:lnTo>
                    <a:pt x="495" y="1336"/>
                  </a:lnTo>
                  <a:lnTo>
                    <a:pt x="487" y="1316"/>
                  </a:lnTo>
                  <a:lnTo>
                    <a:pt x="485" y="1295"/>
                  </a:lnTo>
                  <a:lnTo>
                    <a:pt x="485" y="1218"/>
                  </a:lnTo>
                  <a:lnTo>
                    <a:pt x="457" y="1207"/>
                  </a:lnTo>
                  <a:lnTo>
                    <a:pt x="402" y="1261"/>
                  </a:lnTo>
                  <a:lnTo>
                    <a:pt x="388" y="1272"/>
                  </a:lnTo>
                  <a:lnTo>
                    <a:pt x="371" y="1281"/>
                  </a:lnTo>
                  <a:lnTo>
                    <a:pt x="354" y="1285"/>
                  </a:lnTo>
                  <a:lnTo>
                    <a:pt x="336" y="1285"/>
                  </a:lnTo>
                  <a:lnTo>
                    <a:pt x="318" y="1281"/>
                  </a:lnTo>
                  <a:lnTo>
                    <a:pt x="302" y="1272"/>
                  </a:lnTo>
                  <a:lnTo>
                    <a:pt x="287" y="1261"/>
                  </a:lnTo>
                  <a:lnTo>
                    <a:pt x="115" y="1089"/>
                  </a:lnTo>
                  <a:lnTo>
                    <a:pt x="104" y="1074"/>
                  </a:lnTo>
                  <a:lnTo>
                    <a:pt x="96" y="1058"/>
                  </a:lnTo>
                  <a:lnTo>
                    <a:pt x="93" y="1040"/>
                  </a:lnTo>
                  <a:lnTo>
                    <a:pt x="93" y="1022"/>
                  </a:lnTo>
                  <a:lnTo>
                    <a:pt x="96" y="1004"/>
                  </a:lnTo>
                  <a:lnTo>
                    <a:pt x="104" y="988"/>
                  </a:lnTo>
                  <a:lnTo>
                    <a:pt x="115" y="973"/>
                  </a:lnTo>
                  <a:lnTo>
                    <a:pt x="170" y="919"/>
                  </a:lnTo>
                  <a:lnTo>
                    <a:pt x="158" y="892"/>
                  </a:lnTo>
                  <a:lnTo>
                    <a:pt x="82" y="892"/>
                  </a:lnTo>
                  <a:lnTo>
                    <a:pt x="60" y="889"/>
                  </a:lnTo>
                  <a:lnTo>
                    <a:pt x="41" y="880"/>
                  </a:lnTo>
                  <a:lnTo>
                    <a:pt x="24" y="868"/>
                  </a:lnTo>
                  <a:lnTo>
                    <a:pt x="11" y="851"/>
                  </a:lnTo>
                  <a:lnTo>
                    <a:pt x="3" y="831"/>
                  </a:lnTo>
                  <a:lnTo>
                    <a:pt x="0" y="809"/>
                  </a:lnTo>
                  <a:lnTo>
                    <a:pt x="0" y="567"/>
                  </a:lnTo>
                  <a:lnTo>
                    <a:pt x="3" y="545"/>
                  </a:lnTo>
                  <a:lnTo>
                    <a:pt x="11" y="526"/>
                  </a:lnTo>
                  <a:lnTo>
                    <a:pt x="24" y="509"/>
                  </a:lnTo>
                  <a:lnTo>
                    <a:pt x="41" y="496"/>
                  </a:lnTo>
                  <a:lnTo>
                    <a:pt x="60" y="487"/>
                  </a:lnTo>
                  <a:lnTo>
                    <a:pt x="82" y="485"/>
                  </a:lnTo>
                  <a:lnTo>
                    <a:pt x="158" y="485"/>
                  </a:lnTo>
                  <a:lnTo>
                    <a:pt x="170" y="457"/>
                  </a:lnTo>
                  <a:lnTo>
                    <a:pt x="115" y="403"/>
                  </a:lnTo>
                  <a:lnTo>
                    <a:pt x="104" y="388"/>
                  </a:lnTo>
                  <a:lnTo>
                    <a:pt x="96" y="372"/>
                  </a:lnTo>
                  <a:lnTo>
                    <a:pt x="93" y="354"/>
                  </a:lnTo>
                  <a:lnTo>
                    <a:pt x="93" y="336"/>
                  </a:lnTo>
                  <a:lnTo>
                    <a:pt x="96" y="319"/>
                  </a:lnTo>
                  <a:lnTo>
                    <a:pt x="104" y="302"/>
                  </a:lnTo>
                  <a:lnTo>
                    <a:pt x="115" y="287"/>
                  </a:lnTo>
                  <a:lnTo>
                    <a:pt x="287" y="115"/>
                  </a:lnTo>
                  <a:lnTo>
                    <a:pt x="302" y="104"/>
                  </a:lnTo>
                  <a:lnTo>
                    <a:pt x="318" y="96"/>
                  </a:lnTo>
                  <a:lnTo>
                    <a:pt x="336" y="92"/>
                  </a:lnTo>
                  <a:lnTo>
                    <a:pt x="354" y="92"/>
                  </a:lnTo>
                  <a:lnTo>
                    <a:pt x="371" y="96"/>
                  </a:lnTo>
                  <a:lnTo>
                    <a:pt x="388" y="104"/>
                  </a:lnTo>
                  <a:lnTo>
                    <a:pt x="402" y="115"/>
                  </a:lnTo>
                  <a:lnTo>
                    <a:pt x="457" y="170"/>
                  </a:lnTo>
                  <a:lnTo>
                    <a:pt x="484" y="159"/>
                  </a:lnTo>
                  <a:lnTo>
                    <a:pt x="484" y="82"/>
                  </a:lnTo>
                  <a:lnTo>
                    <a:pt x="487" y="60"/>
                  </a:lnTo>
                  <a:lnTo>
                    <a:pt x="495" y="40"/>
                  </a:lnTo>
                  <a:lnTo>
                    <a:pt x="509" y="24"/>
                  </a:lnTo>
                  <a:lnTo>
                    <a:pt x="524" y="11"/>
                  </a:lnTo>
                  <a:lnTo>
                    <a:pt x="544" y="3"/>
                  </a:lnTo>
                  <a:lnTo>
                    <a:pt x="566" y="0"/>
                  </a:lnTo>
                  <a:close/>
                </a:path>
              </a:pathLst>
            </a:custGeom>
            <a:solidFill>
              <a:srgbClr val="27A2D7"/>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4" name="Google Shape;334;p5"/>
            <p:cNvSpPr/>
            <p:nvPr/>
          </p:nvSpPr>
          <p:spPr>
            <a:xfrm>
              <a:off x="6500813" y="1336675"/>
              <a:ext cx="87311" cy="41275"/>
            </a:xfrm>
            <a:custGeom>
              <a:rect b="b" l="l" r="r" t="t"/>
              <a:pathLst>
                <a:path extrusionOk="0" h="281" w="609">
                  <a:moveTo>
                    <a:pt x="156" y="0"/>
                  </a:moveTo>
                  <a:lnTo>
                    <a:pt x="304" y="71"/>
                  </a:lnTo>
                  <a:lnTo>
                    <a:pt x="453" y="0"/>
                  </a:lnTo>
                  <a:lnTo>
                    <a:pt x="506" y="16"/>
                  </a:lnTo>
                  <a:lnTo>
                    <a:pt x="533" y="29"/>
                  </a:lnTo>
                  <a:lnTo>
                    <a:pt x="557" y="45"/>
                  </a:lnTo>
                  <a:lnTo>
                    <a:pt x="577" y="66"/>
                  </a:lnTo>
                  <a:lnTo>
                    <a:pt x="592" y="90"/>
                  </a:lnTo>
                  <a:lnTo>
                    <a:pt x="603" y="117"/>
                  </a:lnTo>
                  <a:lnTo>
                    <a:pt x="609" y="146"/>
                  </a:lnTo>
                  <a:lnTo>
                    <a:pt x="574" y="180"/>
                  </a:lnTo>
                  <a:lnTo>
                    <a:pt x="536" y="209"/>
                  </a:lnTo>
                  <a:lnTo>
                    <a:pt x="495" y="234"/>
                  </a:lnTo>
                  <a:lnTo>
                    <a:pt x="451" y="254"/>
                  </a:lnTo>
                  <a:lnTo>
                    <a:pt x="404" y="270"/>
                  </a:lnTo>
                  <a:lnTo>
                    <a:pt x="355" y="278"/>
                  </a:lnTo>
                  <a:lnTo>
                    <a:pt x="304" y="281"/>
                  </a:lnTo>
                  <a:lnTo>
                    <a:pt x="253" y="278"/>
                  </a:lnTo>
                  <a:lnTo>
                    <a:pt x="204" y="270"/>
                  </a:lnTo>
                  <a:lnTo>
                    <a:pt x="157" y="254"/>
                  </a:lnTo>
                  <a:lnTo>
                    <a:pt x="114" y="234"/>
                  </a:lnTo>
                  <a:lnTo>
                    <a:pt x="72" y="209"/>
                  </a:lnTo>
                  <a:lnTo>
                    <a:pt x="35" y="180"/>
                  </a:lnTo>
                  <a:lnTo>
                    <a:pt x="0" y="146"/>
                  </a:lnTo>
                  <a:lnTo>
                    <a:pt x="6" y="117"/>
                  </a:lnTo>
                  <a:lnTo>
                    <a:pt x="17" y="90"/>
                  </a:lnTo>
                  <a:lnTo>
                    <a:pt x="32" y="66"/>
                  </a:lnTo>
                  <a:lnTo>
                    <a:pt x="52" y="45"/>
                  </a:lnTo>
                  <a:lnTo>
                    <a:pt x="75" y="29"/>
                  </a:lnTo>
                  <a:lnTo>
                    <a:pt x="102" y="16"/>
                  </a:lnTo>
                  <a:lnTo>
                    <a:pt x="156" y="0"/>
                  </a:lnTo>
                  <a:close/>
                </a:path>
              </a:pathLst>
            </a:custGeom>
            <a:solidFill>
              <a:srgbClr val="27A2D7"/>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335" name="Google Shape;335;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336" name="Google Shape;336;p5"/>
          <p:cNvSpPr/>
          <p:nvPr/>
        </p:nvSpPr>
        <p:spPr>
          <a:xfrm flipH="1">
            <a:off x="224714" y="1343359"/>
            <a:ext cx="1305000" cy="3101700"/>
          </a:xfrm>
          <a:prstGeom prst="rect">
            <a:avLst/>
          </a:prstGeom>
          <a:solidFill>
            <a:srgbClr val="558ED5"/>
          </a:solidFill>
          <a:ln cap="flat" cmpd="sng" w="9525">
            <a:solidFill>
              <a:srgbClr val="FFFFFF"/>
            </a:solidFill>
            <a:prstDash val="dash"/>
            <a:round/>
            <a:headEnd len="sm" w="sm" type="none"/>
            <a:tailEnd len="sm" w="sm" type="none"/>
          </a:ln>
        </p:spPr>
        <p:txBody>
          <a:bodyPr anchorCtr="0" anchor="ctr" bIns="91425" lIns="91425" spcFirstLastPara="1" rIns="91425" wrap="square" tIns="91425">
            <a:noAutofit/>
          </a:bodyPr>
          <a:lstStyle/>
          <a:p>
            <a:pPr indent="457200" lvl="0" marL="0" marR="0" rtl="0" algn="l">
              <a:lnSpc>
                <a:spcPct val="114999"/>
              </a:lnSpc>
              <a:spcBef>
                <a:spcPts val="0"/>
              </a:spcBef>
              <a:spcAft>
                <a:spcPts val="0"/>
              </a:spcAft>
              <a:buClr>
                <a:srgbClr val="666666"/>
              </a:buClr>
              <a:buSzPts val="1100"/>
              <a:buFont typeface="Calibri"/>
              <a:buNone/>
            </a:pPr>
            <a:r>
              <a:rPr b="0" i="0" lang="en" sz="1200" u="none" cap="none" strike="noStrike">
                <a:solidFill>
                  <a:schemeClr val="lt1"/>
                </a:solidFill>
                <a:latin typeface="Calibri"/>
                <a:ea typeface="Calibri"/>
                <a:cs typeface="Calibri"/>
                <a:sym typeface="Calibri"/>
              </a:rPr>
              <a:t>Au 30/06/2022 : Près de 793 M€ programmés, 300 M€ non programmés soit près de 27 %, essentiellement sur le FEDER et le FEADER.</a:t>
            </a:r>
            <a:endParaRPr b="0" i="0" sz="1200" u="none" cap="none" strike="noStrike">
              <a:solidFill>
                <a:schemeClr val="lt1"/>
              </a:solidFill>
              <a:latin typeface="Calibri"/>
              <a:ea typeface="Calibri"/>
              <a:cs typeface="Calibri"/>
              <a:sym typeface="Calibri"/>
            </a:endParaRPr>
          </a:p>
        </p:txBody>
      </p:sp>
      <p:pic>
        <p:nvPicPr>
          <p:cNvPr id="337" name="Google Shape;337;p5"/>
          <p:cNvPicPr preferRelativeResize="0"/>
          <p:nvPr/>
        </p:nvPicPr>
        <p:blipFill rotWithShape="1">
          <a:blip r:embed="rId3">
            <a:alphaModFix amt="15000"/>
          </a:blip>
          <a:srcRect b="0" l="0" r="0" t="0"/>
          <a:stretch/>
        </p:blipFill>
        <p:spPr>
          <a:xfrm>
            <a:off x="3014662" y="0"/>
            <a:ext cx="5143500" cy="5143500"/>
          </a:xfrm>
          <a:prstGeom prst="rect">
            <a:avLst/>
          </a:prstGeom>
          <a:noFill/>
          <a:ln>
            <a:noFill/>
          </a:ln>
          <a:effectLst>
            <a:outerShdw blurRad="1270000" rotWithShape="0" algn="ctr" dir="5400000" dist="50800">
              <a:schemeClr val="lt1">
                <a:alpha val="0"/>
              </a:schemeClr>
            </a:outerShdw>
          </a:effectLst>
        </p:spPr>
      </p:pic>
      <p:sp>
        <p:nvSpPr>
          <p:cNvPr id="338" name="Google Shape;338;p5"/>
          <p:cNvSpPr/>
          <p:nvPr/>
        </p:nvSpPr>
        <p:spPr>
          <a:xfrm>
            <a:off x="1940009" y="4200524"/>
            <a:ext cx="6368172" cy="489071"/>
          </a:xfrm>
          <a:prstGeom prst="rect">
            <a:avLst/>
          </a:prstGeom>
          <a:noFill/>
          <a:ln cap="flat" cmpd="sng" w="28575">
            <a:solidFill>
              <a:srgbClr val="558ED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700"/>
              <a:buFont typeface="Calibri"/>
              <a:buNone/>
            </a:pPr>
            <a:r>
              <a:rPr b="1" i="0" lang="en" sz="1400" u="none" cap="none" strike="noStrike">
                <a:solidFill>
                  <a:srgbClr val="7F7F7F"/>
                </a:solidFill>
                <a:latin typeface="Montserrat"/>
                <a:ea typeface="Montserrat"/>
                <a:cs typeface="Montserrat"/>
                <a:sym typeface="Montserrat"/>
              </a:rPr>
              <a:t>Au 14/02/2023 : Seule 51% de l’enveloppe remontée et payée</a:t>
            </a:r>
            <a:endParaRPr b="1" i="0" sz="1400" u="none" cap="none" strike="noStrike">
              <a:solidFill>
                <a:srgbClr val="7F7F7F"/>
              </a:solidFill>
              <a:latin typeface="Calibri"/>
              <a:ea typeface="Calibri"/>
              <a:cs typeface="Calibri"/>
              <a:sym typeface="Calibri"/>
            </a:endParaRPr>
          </a:p>
        </p:txBody>
      </p:sp>
      <p:pic>
        <p:nvPicPr>
          <p:cNvPr id="339" name="Google Shape;339;p5"/>
          <p:cNvPicPr preferRelativeResize="0"/>
          <p:nvPr/>
        </p:nvPicPr>
        <p:blipFill rotWithShape="1">
          <a:blip r:embed="rId4">
            <a:alphaModFix/>
          </a:blip>
          <a:srcRect b="0" l="0" r="0" t="0"/>
          <a:stretch/>
        </p:blipFill>
        <p:spPr>
          <a:xfrm>
            <a:off x="2077343" y="1177774"/>
            <a:ext cx="5919605" cy="295046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id="344" name="Google Shape;344;p6"/>
          <p:cNvPicPr preferRelativeResize="0"/>
          <p:nvPr/>
        </p:nvPicPr>
        <p:blipFill rotWithShape="1">
          <a:blip r:embed="rId3">
            <a:alphaModFix amt="15000"/>
          </a:blip>
          <a:srcRect b="0" l="0" r="0" t="0"/>
          <a:stretch/>
        </p:blipFill>
        <p:spPr>
          <a:xfrm>
            <a:off x="2156950" y="92538"/>
            <a:ext cx="5143500" cy="5143500"/>
          </a:xfrm>
          <a:prstGeom prst="rect">
            <a:avLst/>
          </a:prstGeom>
          <a:noFill/>
          <a:ln>
            <a:noFill/>
          </a:ln>
          <a:effectLst>
            <a:outerShdw blurRad="1270000" rotWithShape="0" algn="ctr" dir="5400000" dist="50800">
              <a:schemeClr val="lt1">
                <a:alpha val="0"/>
              </a:schemeClr>
            </a:outerShdw>
          </a:effectLst>
        </p:spPr>
      </p:pic>
      <p:sp>
        <p:nvSpPr>
          <p:cNvPr id="345" name="Google Shape;345;p6"/>
          <p:cNvSpPr txBox="1"/>
          <p:nvPr/>
        </p:nvSpPr>
        <p:spPr>
          <a:xfrm>
            <a:off x="65859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3C78D8"/>
              </a:buClr>
              <a:buSzPts val="700"/>
              <a:buFont typeface="Calibri"/>
              <a:buNone/>
            </a:pPr>
            <a:r>
              <a:rPr b="1" i="0" lang="en" sz="700" u="none" cap="none" strike="noStrike">
                <a:solidFill>
                  <a:srgbClr val="3C78D8"/>
                </a:solidFill>
                <a:latin typeface="Calibri"/>
                <a:ea typeface="Calibri"/>
                <a:cs typeface="Calibri"/>
                <a:sym typeface="Calibri"/>
              </a:rPr>
              <a:t>OPPORTUNITÉ DE MARCHÉ</a:t>
            </a:r>
            <a:endParaRPr b="1" i="0" sz="700" u="none" cap="none" strike="noStrike">
              <a:solidFill>
                <a:srgbClr val="3C78D8"/>
              </a:solidFill>
              <a:latin typeface="Calibri"/>
              <a:ea typeface="Calibri"/>
              <a:cs typeface="Calibri"/>
              <a:sym typeface="Calibri"/>
            </a:endParaRPr>
          </a:p>
        </p:txBody>
      </p:sp>
      <p:sp>
        <p:nvSpPr>
          <p:cNvPr id="346" name="Google Shape;346;p6"/>
          <p:cNvSpPr txBox="1"/>
          <p:nvPr/>
        </p:nvSpPr>
        <p:spPr>
          <a:xfrm>
            <a:off x="196345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LE PROJET</a:t>
            </a:r>
            <a:endParaRPr b="0" i="0" sz="700" u="none" cap="none" strike="noStrike">
              <a:solidFill>
                <a:srgbClr val="B7B7B7"/>
              </a:solidFill>
              <a:latin typeface="Calibri"/>
              <a:ea typeface="Calibri"/>
              <a:cs typeface="Calibri"/>
              <a:sym typeface="Calibri"/>
            </a:endParaRPr>
          </a:p>
        </p:txBody>
      </p:sp>
      <p:sp>
        <p:nvSpPr>
          <p:cNvPr id="347" name="Google Shape;347;p6"/>
          <p:cNvSpPr txBox="1"/>
          <p:nvPr/>
        </p:nvSpPr>
        <p:spPr>
          <a:xfrm>
            <a:off x="326831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LE MARCHÉ</a:t>
            </a:r>
            <a:endParaRPr b="0" i="0" sz="700" u="none" cap="none" strike="noStrike">
              <a:solidFill>
                <a:srgbClr val="B7B7B7"/>
              </a:solidFill>
              <a:latin typeface="Calibri"/>
              <a:ea typeface="Calibri"/>
              <a:cs typeface="Calibri"/>
              <a:sym typeface="Calibri"/>
            </a:endParaRPr>
          </a:p>
        </p:txBody>
      </p:sp>
      <p:sp>
        <p:nvSpPr>
          <p:cNvPr id="348" name="Google Shape;348;p6"/>
          <p:cNvSpPr txBox="1"/>
          <p:nvPr/>
        </p:nvSpPr>
        <p:spPr>
          <a:xfrm>
            <a:off x="457317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LA STRATÉGIE</a:t>
            </a:r>
            <a:endParaRPr b="0" i="0" sz="700" u="none" cap="none" strike="noStrike">
              <a:solidFill>
                <a:srgbClr val="B7B7B7"/>
              </a:solidFill>
              <a:latin typeface="Calibri"/>
              <a:ea typeface="Calibri"/>
              <a:cs typeface="Calibri"/>
              <a:sym typeface="Calibri"/>
            </a:endParaRPr>
          </a:p>
        </p:txBody>
      </p:sp>
      <p:sp>
        <p:nvSpPr>
          <p:cNvPr id="349" name="Google Shape;349;p6"/>
          <p:cNvSpPr txBox="1"/>
          <p:nvPr/>
        </p:nvSpPr>
        <p:spPr>
          <a:xfrm>
            <a:off x="5878037"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FINANCES</a:t>
            </a:r>
            <a:endParaRPr b="0" i="0" sz="700" u="none" cap="none" strike="noStrike">
              <a:solidFill>
                <a:srgbClr val="B7B7B7"/>
              </a:solidFill>
              <a:latin typeface="Calibri"/>
              <a:ea typeface="Calibri"/>
              <a:cs typeface="Calibri"/>
              <a:sym typeface="Calibri"/>
            </a:endParaRPr>
          </a:p>
        </p:txBody>
      </p:sp>
      <p:sp>
        <p:nvSpPr>
          <p:cNvPr id="350" name="Google Shape;350;p6"/>
          <p:cNvSpPr txBox="1"/>
          <p:nvPr/>
        </p:nvSpPr>
        <p:spPr>
          <a:xfrm>
            <a:off x="658600" y="762275"/>
            <a:ext cx="8140200" cy="415500"/>
          </a:xfrm>
          <a:prstGeom prst="rect">
            <a:avLst/>
          </a:prstGeom>
          <a:noFill/>
          <a:ln>
            <a:noFill/>
          </a:ln>
        </p:spPr>
        <p:txBody>
          <a:bodyPr anchorCtr="0" anchor="t" bIns="17100" lIns="34225" spcFirstLastPara="1" rIns="34225" wrap="square" tIns="17100">
            <a:noAutofit/>
          </a:bodyPr>
          <a:lstStyle/>
          <a:p>
            <a:pPr indent="0" lvl="0" marL="0" marR="0" rtl="0" algn="l">
              <a:lnSpc>
                <a:spcPct val="100000"/>
              </a:lnSpc>
              <a:spcBef>
                <a:spcPts val="0"/>
              </a:spcBef>
              <a:spcAft>
                <a:spcPts val="0"/>
              </a:spcAft>
              <a:buNone/>
            </a:pPr>
            <a:r>
              <a:rPr b="1" i="0" lang="en" sz="2400" u="none" cap="none" strike="noStrike">
                <a:solidFill>
                  <a:srgbClr val="558ED5"/>
                </a:solidFill>
                <a:latin typeface="Montserrat"/>
                <a:ea typeface="Montserrat"/>
                <a:cs typeface="Montserrat"/>
                <a:sym typeface="Montserrat"/>
              </a:rPr>
              <a:t>PROBLEMATIQUES</a:t>
            </a:r>
            <a:endParaRPr b="1" i="0" sz="2400" u="none" cap="none" strike="noStrike">
              <a:solidFill>
                <a:srgbClr val="558ED5"/>
              </a:solidFill>
              <a:latin typeface="Montserrat"/>
              <a:ea typeface="Montserrat"/>
              <a:cs typeface="Montserrat"/>
              <a:sym typeface="Montserrat"/>
            </a:endParaRPr>
          </a:p>
        </p:txBody>
      </p:sp>
      <p:sp>
        <p:nvSpPr>
          <p:cNvPr id="351" name="Google Shape;351;p6"/>
          <p:cNvSpPr/>
          <p:nvPr/>
        </p:nvSpPr>
        <p:spPr>
          <a:xfrm>
            <a:off x="657421" y="95700"/>
            <a:ext cx="1305000" cy="120300"/>
          </a:xfrm>
          <a:prstGeom prst="chevron">
            <a:avLst>
              <a:gd fmla="val 65738" name="adj"/>
            </a:avLst>
          </a:prstGeom>
          <a:solidFill>
            <a:srgbClr val="558ED5"/>
          </a:solidFill>
          <a:ln>
            <a:noFill/>
          </a:ln>
          <a:effectLst>
            <a:outerShdw blurRad="57150" rotWithShape="0" algn="bl" dir="5520000" dist="19050">
              <a:srgbClr val="000000">
                <a:alpha val="20000"/>
              </a:srgbClr>
            </a:outerShdw>
          </a:effectLst>
        </p:spPr>
        <p:txBody>
          <a:bodyPr anchorCtr="0" anchor="ctr" bIns="47900" lIns="448800" spcFirstLastPara="1" rIns="353000" wrap="square" tIns="479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2" name="Google Shape;352;p6"/>
          <p:cNvSpPr/>
          <p:nvPr/>
        </p:nvSpPr>
        <p:spPr>
          <a:xfrm>
            <a:off x="196228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353" name="Google Shape;353;p6"/>
          <p:cNvSpPr/>
          <p:nvPr/>
        </p:nvSpPr>
        <p:spPr>
          <a:xfrm>
            <a:off x="326714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354" name="Google Shape;354;p6"/>
          <p:cNvSpPr/>
          <p:nvPr/>
        </p:nvSpPr>
        <p:spPr>
          <a:xfrm>
            <a:off x="457200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355" name="Google Shape;355;p6"/>
          <p:cNvSpPr/>
          <p:nvPr/>
        </p:nvSpPr>
        <p:spPr>
          <a:xfrm>
            <a:off x="587686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500" u="none" cap="none" strike="noStrike">
              <a:solidFill>
                <a:schemeClr val="dk1"/>
              </a:solidFill>
              <a:latin typeface="Calibri"/>
              <a:ea typeface="Calibri"/>
              <a:cs typeface="Calibri"/>
              <a:sym typeface="Calibri"/>
            </a:endParaRPr>
          </a:p>
        </p:txBody>
      </p:sp>
      <p:sp>
        <p:nvSpPr>
          <p:cNvPr id="356" name="Google Shape;356;p6"/>
          <p:cNvSpPr/>
          <p:nvPr/>
        </p:nvSpPr>
        <p:spPr>
          <a:xfrm>
            <a:off x="6946825" y="2407400"/>
            <a:ext cx="5436300" cy="5436300"/>
          </a:xfrm>
          <a:prstGeom prst="ellipse">
            <a:avLst/>
          </a:prstGeom>
          <a:noFill/>
          <a:ln cap="flat" cmpd="sng" w="152400">
            <a:solidFill>
              <a:srgbClr val="558E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7" name="Google Shape;357;p6"/>
          <p:cNvSpPr/>
          <p:nvPr/>
        </p:nvSpPr>
        <p:spPr>
          <a:xfrm rot="2700000">
            <a:off x="8148331" y="2160422"/>
            <a:ext cx="823072" cy="822648"/>
          </a:xfrm>
          <a:prstGeom prst="ellipse">
            <a:avLst/>
          </a:prstGeom>
          <a:solidFill>
            <a:srgbClr val="FFFFFF"/>
          </a:solidFill>
          <a:ln cap="flat" cmpd="sng" w="28575">
            <a:solidFill>
              <a:srgbClr val="558ED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7F7F7F"/>
              </a:solidFill>
              <a:latin typeface="Montserrat Light"/>
              <a:ea typeface="Montserrat Light"/>
              <a:cs typeface="Montserrat Light"/>
              <a:sym typeface="Montserrat Light"/>
            </a:endParaRPr>
          </a:p>
        </p:txBody>
      </p:sp>
      <p:sp>
        <p:nvSpPr>
          <p:cNvPr id="358" name="Google Shape;358;p6"/>
          <p:cNvSpPr/>
          <p:nvPr/>
        </p:nvSpPr>
        <p:spPr>
          <a:xfrm rot="2700000">
            <a:off x="7117131" y="2940960"/>
            <a:ext cx="823072" cy="822648"/>
          </a:xfrm>
          <a:prstGeom prst="ellipse">
            <a:avLst/>
          </a:prstGeom>
          <a:solidFill>
            <a:srgbClr val="FFFFFF"/>
          </a:solidFill>
          <a:ln cap="flat" cmpd="sng" w="28575">
            <a:solidFill>
              <a:srgbClr val="558ED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7F7F7F"/>
              </a:solidFill>
              <a:latin typeface="Montserrat Light"/>
              <a:ea typeface="Montserrat Light"/>
              <a:cs typeface="Montserrat Light"/>
              <a:sym typeface="Montserrat Light"/>
            </a:endParaRPr>
          </a:p>
        </p:txBody>
      </p:sp>
      <p:sp>
        <p:nvSpPr>
          <p:cNvPr id="359" name="Google Shape;359;p6"/>
          <p:cNvSpPr/>
          <p:nvPr/>
        </p:nvSpPr>
        <p:spPr>
          <a:xfrm rot="2700000">
            <a:off x="6526431" y="4104660"/>
            <a:ext cx="823072" cy="822648"/>
          </a:xfrm>
          <a:prstGeom prst="ellipse">
            <a:avLst/>
          </a:prstGeom>
          <a:solidFill>
            <a:srgbClr val="FFFFFF"/>
          </a:solidFill>
          <a:ln cap="flat" cmpd="sng" w="28575">
            <a:solidFill>
              <a:srgbClr val="558ED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7F7F7F"/>
              </a:solidFill>
              <a:latin typeface="Montserrat Light"/>
              <a:ea typeface="Montserrat Light"/>
              <a:cs typeface="Montserrat Light"/>
              <a:sym typeface="Montserrat Light"/>
            </a:endParaRPr>
          </a:p>
        </p:txBody>
      </p:sp>
      <p:pic>
        <p:nvPicPr>
          <p:cNvPr id="360" name="Google Shape;360;p6"/>
          <p:cNvPicPr preferRelativeResize="0"/>
          <p:nvPr/>
        </p:nvPicPr>
        <p:blipFill rotWithShape="1">
          <a:blip r:embed="rId4">
            <a:alphaModFix/>
          </a:blip>
          <a:srcRect b="0" l="0" r="0" t="0"/>
          <a:stretch/>
        </p:blipFill>
        <p:spPr>
          <a:xfrm>
            <a:off x="8349270" y="2373080"/>
            <a:ext cx="421200" cy="397333"/>
          </a:xfrm>
          <a:prstGeom prst="rect">
            <a:avLst/>
          </a:prstGeom>
          <a:noFill/>
          <a:ln>
            <a:noFill/>
          </a:ln>
        </p:spPr>
      </p:pic>
      <p:pic>
        <p:nvPicPr>
          <p:cNvPr id="361" name="Google Shape;361;p6"/>
          <p:cNvPicPr preferRelativeResize="0"/>
          <p:nvPr/>
        </p:nvPicPr>
        <p:blipFill rotWithShape="1">
          <a:blip r:embed="rId5">
            <a:alphaModFix/>
          </a:blip>
          <a:srcRect b="0" l="0" r="0" t="0"/>
          <a:stretch/>
        </p:blipFill>
        <p:spPr>
          <a:xfrm>
            <a:off x="7282372" y="3144538"/>
            <a:ext cx="492603" cy="415500"/>
          </a:xfrm>
          <a:prstGeom prst="rect">
            <a:avLst/>
          </a:prstGeom>
          <a:noFill/>
          <a:ln>
            <a:noFill/>
          </a:ln>
        </p:spPr>
      </p:pic>
      <p:pic>
        <p:nvPicPr>
          <p:cNvPr id="362" name="Google Shape;362;p6"/>
          <p:cNvPicPr preferRelativeResize="0"/>
          <p:nvPr/>
        </p:nvPicPr>
        <p:blipFill rotWithShape="1">
          <a:blip r:embed="rId6">
            <a:alphaModFix/>
          </a:blip>
          <a:srcRect b="0" l="0" r="0" t="0"/>
          <a:stretch/>
        </p:blipFill>
        <p:spPr>
          <a:xfrm>
            <a:off x="6691674" y="4327675"/>
            <a:ext cx="492599" cy="376600"/>
          </a:xfrm>
          <a:prstGeom prst="rect">
            <a:avLst/>
          </a:prstGeom>
          <a:noFill/>
          <a:ln>
            <a:noFill/>
          </a:ln>
        </p:spPr>
      </p:pic>
      <p:sp>
        <p:nvSpPr>
          <p:cNvPr id="363" name="Google Shape;36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364" name="Google Shape;364;p6"/>
          <p:cNvSpPr txBox="1"/>
          <p:nvPr/>
        </p:nvSpPr>
        <p:spPr>
          <a:xfrm>
            <a:off x="657420" y="1177775"/>
            <a:ext cx="7827000" cy="346200"/>
          </a:xfrm>
          <a:prstGeom prst="rect">
            <a:avLst/>
          </a:prstGeom>
          <a:noFill/>
          <a:ln>
            <a:noFill/>
          </a:ln>
        </p:spPr>
        <p:txBody>
          <a:bodyPr anchorCtr="0" anchor="t" bIns="17100" lIns="34225" spcFirstLastPara="1" rIns="34225" wrap="square" tIns="17100">
            <a:noAutofit/>
          </a:bodyPr>
          <a:lstStyle/>
          <a:p>
            <a:pPr indent="0" lvl="0" marL="0" marR="0" rtl="0" algn="l">
              <a:lnSpc>
                <a:spcPct val="100000"/>
              </a:lnSpc>
              <a:spcBef>
                <a:spcPts val="0"/>
              </a:spcBef>
              <a:spcAft>
                <a:spcPts val="0"/>
              </a:spcAft>
              <a:buNone/>
            </a:pPr>
            <a:r>
              <a:rPr b="1" i="0" lang="en" sz="1200" u="none" cap="none" strike="noStrike">
                <a:solidFill>
                  <a:srgbClr val="999999"/>
                </a:solidFill>
                <a:latin typeface="Calibri"/>
                <a:ea typeface="Calibri"/>
                <a:cs typeface="Calibri"/>
                <a:sym typeface="Calibri"/>
              </a:rPr>
              <a:t>“Un quart des jeunes Guadeloupéens ne fait aucune étude, ne suit aucune formation et est sans emploi"</a:t>
            </a:r>
            <a:endParaRPr b="1" i="0" sz="1100" u="none" cap="none" strike="noStrike">
              <a:solidFill>
                <a:srgbClr val="999999"/>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100"/>
              <a:buFont typeface="Calibri"/>
              <a:buNone/>
            </a:pPr>
            <a:r>
              <a:t/>
            </a:r>
            <a:endParaRPr b="1" i="0" sz="1100" u="none" cap="none" strike="noStrike">
              <a:solidFill>
                <a:srgbClr val="999999"/>
              </a:solidFill>
              <a:latin typeface="Calibri"/>
              <a:ea typeface="Calibri"/>
              <a:cs typeface="Calibri"/>
              <a:sym typeface="Calibri"/>
            </a:endParaRPr>
          </a:p>
        </p:txBody>
      </p:sp>
      <p:grpSp>
        <p:nvGrpSpPr>
          <p:cNvPr id="365" name="Google Shape;365;p6"/>
          <p:cNvGrpSpPr/>
          <p:nvPr/>
        </p:nvGrpSpPr>
        <p:grpSpPr>
          <a:xfrm>
            <a:off x="721617" y="1483020"/>
            <a:ext cx="5748877" cy="3253938"/>
            <a:chOff x="1797" y="11669"/>
            <a:chExt cx="5748877" cy="3253938"/>
          </a:xfrm>
        </p:grpSpPr>
        <p:sp>
          <p:nvSpPr>
            <p:cNvPr id="366" name="Google Shape;366;p6"/>
            <p:cNvSpPr/>
            <p:nvPr/>
          </p:nvSpPr>
          <p:spPr>
            <a:xfrm>
              <a:off x="1797" y="11669"/>
              <a:ext cx="1752706" cy="486979"/>
            </a:xfrm>
            <a:prstGeom prst="rect">
              <a:avLst/>
            </a:prstGeom>
            <a:solidFill>
              <a:srgbClr val="4372C3">
                <a:alpha val="89803"/>
              </a:srgbClr>
            </a:solidFill>
            <a:ln cap="flat" cmpd="sng" w="25400">
              <a:solidFill>
                <a:srgbClr val="4372C3">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6"/>
            <p:cNvSpPr txBox="1"/>
            <p:nvPr/>
          </p:nvSpPr>
          <p:spPr>
            <a:xfrm>
              <a:off x="1797" y="11669"/>
              <a:ext cx="1752706" cy="486979"/>
            </a:xfrm>
            <a:prstGeom prst="rect">
              <a:avLst/>
            </a:prstGeom>
            <a:noFill/>
            <a:ln>
              <a:noFill/>
            </a:ln>
          </p:spPr>
          <p:txBody>
            <a:bodyPr anchorCtr="0" anchor="ctr" bIns="56875" lIns="99550" spcFirstLastPara="1" rIns="99550" wrap="square" tIns="56875">
              <a:noAutofit/>
            </a:bodyPr>
            <a:lstStyle/>
            <a:p>
              <a:pPr indent="0" lvl="0" marL="0" marR="0" rtl="0" algn="ctr">
                <a:lnSpc>
                  <a:spcPct val="9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Porteurs de projet</a:t>
              </a:r>
              <a:endParaRPr/>
            </a:p>
          </p:txBody>
        </p:sp>
        <p:sp>
          <p:nvSpPr>
            <p:cNvPr id="368" name="Google Shape;368;p6"/>
            <p:cNvSpPr/>
            <p:nvPr/>
          </p:nvSpPr>
          <p:spPr>
            <a:xfrm>
              <a:off x="1797" y="498648"/>
              <a:ext cx="1752706" cy="2766959"/>
            </a:xfrm>
            <a:prstGeom prst="rect">
              <a:avLst/>
            </a:prstGeom>
            <a:solidFill>
              <a:srgbClr val="CCD3EA">
                <a:alpha val="49803"/>
              </a:srgbClr>
            </a:solidFill>
            <a:ln cap="flat" cmpd="sng" w="25400">
              <a:solidFill>
                <a:srgbClr val="CCD3EA">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6"/>
            <p:cNvSpPr txBox="1"/>
            <p:nvPr/>
          </p:nvSpPr>
          <p:spPr>
            <a:xfrm>
              <a:off x="1797" y="498648"/>
              <a:ext cx="1752706" cy="2766959"/>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rgbClr val="000000"/>
                </a:buClr>
                <a:buSzPts val="1300"/>
                <a:buFont typeface="Arial"/>
                <a:buChar char="•"/>
              </a:pPr>
              <a:r>
                <a:rPr b="0" i="0" lang="en" sz="1300" u="none" cap="none" strike="noStrike">
                  <a:solidFill>
                    <a:srgbClr val="000000"/>
                  </a:solidFill>
                  <a:latin typeface="Arial"/>
                  <a:ea typeface="Arial"/>
                  <a:cs typeface="Arial"/>
                  <a:sym typeface="Arial"/>
                </a:rPr>
                <a:t>Visibilité des moyens de financement</a:t>
              </a:r>
              <a:endParaRPr/>
            </a:p>
            <a:p>
              <a:pPr indent="-114300" lvl="1" marL="114300" marR="0" rtl="0" algn="l">
                <a:lnSpc>
                  <a:spcPct val="90000"/>
                </a:lnSpc>
                <a:spcBef>
                  <a:spcPts val="300"/>
                </a:spcBef>
                <a:spcAft>
                  <a:spcPts val="0"/>
                </a:spcAft>
                <a:buClr>
                  <a:srgbClr val="000000"/>
                </a:buClr>
                <a:buSzPts val="1300"/>
                <a:buFont typeface="Arial"/>
                <a:buChar char="•"/>
              </a:pPr>
              <a:r>
                <a:rPr b="0" i="0" lang="en" sz="1300" u="none" cap="none" strike="noStrike">
                  <a:solidFill>
                    <a:srgbClr val="000000"/>
                  </a:solidFill>
                  <a:latin typeface="Arial"/>
                  <a:ea typeface="Arial"/>
                  <a:cs typeface="Arial"/>
                  <a:sym typeface="Arial"/>
                </a:rPr>
                <a:t>Qualité variable des dossiers</a:t>
              </a:r>
              <a:endParaRPr/>
            </a:p>
            <a:p>
              <a:pPr indent="-114300" lvl="1" marL="114300" marR="0" rtl="0" algn="l">
                <a:lnSpc>
                  <a:spcPct val="90000"/>
                </a:lnSpc>
                <a:spcBef>
                  <a:spcPts val="300"/>
                </a:spcBef>
                <a:spcAft>
                  <a:spcPts val="0"/>
                </a:spcAft>
                <a:buClr>
                  <a:srgbClr val="000000"/>
                </a:buClr>
                <a:buSzPts val="1300"/>
                <a:buFont typeface="Arial"/>
                <a:buChar char="•"/>
              </a:pPr>
              <a:r>
                <a:rPr b="0" i="0" lang="en" sz="1300" u="none" cap="none" strike="noStrike">
                  <a:solidFill>
                    <a:srgbClr val="000000"/>
                  </a:solidFill>
                  <a:latin typeface="Arial"/>
                  <a:ea typeface="Arial"/>
                  <a:cs typeface="Arial"/>
                  <a:sym typeface="Arial"/>
                </a:rPr>
                <a:t>Délais de traitement</a:t>
              </a:r>
              <a:endParaRPr/>
            </a:p>
            <a:p>
              <a:pPr indent="-114300" lvl="1" marL="114300" marR="0" rtl="0" algn="l">
                <a:lnSpc>
                  <a:spcPct val="90000"/>
                </a:lnSpc>
                <a:spcBef>
                  <a:spcPts val="300"/>
                </a:spcBef>
                <a:spcAft>
                  <a:spcPts val="0"/>
                </a:spcAft>
                <a:buClr>
                  <a:srgbClr val="000000"/>
                </a:buClr>
                <a:buSzPts val="1300"/>
                <a:buFont typeface="Arial"/>
                <a:buChar char="•"/>
              </a:pPr>
              <a:r>
                <a:rPr b="0" i="0" lang="en" sz="1300" u="none" cap="none" strike="noStrike">
                  <a:solidFill>
                    <a:srgbClr val="000000"/>
                  </a:solidFill>
                  <a:latin typeface="Arial"/>
                  <a:ea typeface="Arial"/>
                  <a:cs typeface="Arial"/>
                  <a:sym typeface="Arial"/>
                </a:rPr>
                <a:t>Lourdeurs administratives &amp; règles contraignantes</a:t>
              </a:r>
              <a:endParaRPr/>
            </a:p>
            <a:p>
              <a:pPr indent="-114300" lvl="1" marL="114300" marR="0" rtl="0" algn="l">
                <a:lnSpc>
                  <a:spcPct val="90000"/>
                </a:lnSpc>
                <a:spcBef>
                  <a:spcPts val="300"/>
                </a:spcBef>
                <a:spcAft>
                  <a:spcPts val="0"/>
                </a:spcAft>
                <a:buClr>
                  <a:srgbClr val="000000"/>
                </a:buClr>
                <a:buSzPts val="1300"/>
                <a:buFont typeface="Arial"/>
                <a:buChar char="•"/>
              </a:pPr>
              <a:r>
                <a:rPr b="0" i="0" lang="en" sz="1300" u="none" cap="none" strike="noStrike">
                  <a:solidFill>
                    <a:srgbClr val="000000"/>
                  </a:solidFill>
                  <a:latin typeface="Arial"/>
                  <a:ea typeface="Arial"/>
                  <a:cs typeface="Arial"/>
                  <a:sym typeface="Arial"/>
                </a:rPr>
                <a:t>Trésorerie &amp; risque financier</a:t>
              </a:r>
              <a:endParaRPr/>
            </a:p>
            <a:p>
              <a:pPr indent="-114300" lvl="1" marL="114300" marR="0" rtl="0" algn="l">
                <a:lnSpc>
                  <a:spcPct val="90000"/>
                </a:lnSpc>
                <a:spcBef>
                  <a:spcPts val="300"/>
                </a:spcBef>
                <a:spcAft>
                  <a:spcPts val="0"/>
                </a:spcAft>
                <a:buClr>
                  <a:srgbClr val="000000"/>
                </a:buClr>
                <a:buSzPts val="1300"/>
                <a:buFont typeface="Arial"/>
                <a:buChar char="•"/>
              </a:pPr>
              <a:r>
                <a:rPr b="0" i="0" lang="en" sz="1300" u="none" cap="none" strike="noStrike">
                  <a:solidFill>
                    <a:srgbClr val="000000"/>
                  </a:solidFill>
                  <a:latin typeface="Arial"/>
                  <a:ea typeface="Arial"/>
                  <a:cs typeface="Arial"/>
                  <a:sym typeface="Arial"/>
                </a:rPr>
                <a:t>Multitude d’acteurs et de pratiques</a:t>
              </a:r>
              <a:endParaRPr/>
            </a:p>
          </p:txBody>
        </p:sp>
        <p:sp>
          <p:nvSpPr>
            <p:cNvPr id="370" name="Google Shape;370;p6"/>
            <p:cNvSpPr/>
            <p:nvPr/>
          </p:nvSpPr>
          <p:spPr>
            <a:xfrm>
              <a:off x="1999882" y="11669"/>
              <a:ext cx="1752706" cy="486979"/>
            </a:xfrm>
            <a:prstGeom prst="rect">
              <a:avLst/>
            </a:prstGeom>
            <a:solidFill>
              <a:srgbClr val="4372C3">
                <a:alpha val="69803"/>
              </a:srgbClr>
            </a:solidFill>
            <a:ln cap="flat" cmpd="sng" w="25400">
              <a:solidFill>
                <a:srgbClr val="4372C3">
                  <a:alpha val="6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6"/>
            <p:cNvSpPr txBox="1"/>
            <p:nvPr/>
          </p:nvSpPr>
          <p:spPr>
            <a:xfrm>
              <a:off x="1999882" y="11669"/>
              <a:ext cx="1752706" cy="486979"/>
            </a:xfrm>
            <a:prstGeom prst="rect">
              <a:avLst/>
            </a:prstGeom>
            <a:noFill/>
            <a:ln>
              <a:noFill/>
            </a:ln>
          </p:spPr>
          <p:txBody>
            <a:bodyPr anchorCtr="0" anchor="ctr" bIns="56875" lIns="99550" spcFirstLastPara="1" rIns="99550" wrap="square" tIns="56875">
              <a:noAutofit/>
            </a:bodyPr>
            <a:lstStyle/>
            <a:p>
              <a:pPr indent="0" lvl="0" marL="0" marR="0" rtl="0" algn="ctr">
                <a:lnSpc>
                  <a:spcPct val="9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Autorités de gestion / Audit</a:t>
              </a:r>
              <a:endParaRPr/>
            </a:p>
          </p:txBody>
        </p:sp>
        <p:sp>
          <p:nvSpPr>
            <p:cNvPr id="372" name="Google Shape;372;p6"/>
            <p:cNvSpPr/>
            <p:nvPr/>
          </p:nvSpPr>
          <p:spPr>
            <a:xfrm>
              <a:off x="1999882" y="498648"/>
              <a:ext cx="1752706" cy="2766959"/>
            </a:xfrm>
            <a:prstGeom prst="rect">
              <a:avLst/>
            </a:prstGeom>
            <a:solidFill>
              <a:srgbClr val="CCD3EA">
                <a:alpha val="49803"/>
              </a:srgbClr>
            </a:solidFill>
            <a:ln cap="flat" cmpd="sng" w="25400">
              <a:solidFill>
                <a:srgbClr val="CCD3EA">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6"/>
            <p:cNvSpPr txBox="1"/>
            <p:nvPr/>
          </p:nvSpPr>
          <p:spPr>
            <a:xfrm>
              <a:off x="1999882" y="498648"/>
              <a:ext cx="1752706" cy="2766959"/>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rgbClr val="000000"/>
                </a:buClr>
                <a:buSzPts val="1300"/>
                <a:buFont typeface="Arial"/>
                <a:buChar char="•"/>
              </a:pPr>
              <a:r>
                <a:rPr b="0" i="0" lang="en" sz="1300" u="none" cap="none" strike="noStrike">
                  <a:solidFill>
                    <a:srgbClr val="000000"/>
                  </a:solidFill>
                  <a:latin typeface="Arial"/>
                  <a:ea typeface="Arial"/>
                  <a:cs typeface="Arial"/>
                  <a:sym typeface="Arial"/>
                </a:rPr>
                <a:t>Turnover &amp; RH non formées</a:t>
              </a:r>
              <a:endParaRPr/>
            </a:p>
            <a:p>
              <a:pPr indent="-114300" lvl="1" marL="114300" marR="0" rtl="0" algn="l">
                <a:lnSpc>
                  <a:spcPct val="90000"/>
                </a:lnSpc>
                <a:spcBef>
                  <a:spcPts val="300"/>
                </a:spcBef>
                <a:spcAft>
                  <a:spcPts val="0"/>
                </a:spcAft>
                <a:buClr>
                  <a:srgbClr val="000000"/>
                </a:buClr>
                <a:buSzPts val="1300"/>
                <a:buFont typeface="Arial"/>
                <a:buChar char="•"/>
              </a:pPr>
              <a:r>
                <a:rPr b="0" i="0" lang="en" sz="1300" u="none" cap="none" strike="noStrike">
                  <a:solidFill>
                    <a:srgbClr val="000000"/>
                  </a:solidFill>
                  <a:latin typeface="Arial"/>
                  <a:ea typeface="Arial"/>
                  <a:cs typeface="Arial"/>
                  <a:sym typeface="Arial"/>
                </a:rPr>
                <a:t>Délais de traitement</a:t>
              </a:r>
              <a:endParaRPr/>
            </a:p>
            <a:p>
              <a:pPr indent="-114300" lvl="1" marL="114300" marR="0" rtl="0" algn="l">
                <a:lnSpc>
                  <a:spcPct val="90000"/>
                </a:lnSpc>
                <a:spcBef>
                  <a:spcPts val="300"/>
                </a:spcBef>
                <a:spcAft>
                  <a:spcPts val="0"/>
                </a:spcAft>
                <a:buClr>
                  <a:srgbClr val="000000"/>
                </a:buClr>
                <a:buSzPts val="1300"/>
                <a:buFont typeface="Arial"/>
                <a:buChar char="•"/>
              </a:pPr>
              <a:r>
                <a:rPr b="0" i="0" lang="en" sz="1300" u="none" cap="none" strike="noStrike">
                  <a:solidFill>
                    <a:srgbClr val="000000"/>
                  </a:solidFill>
                  <a:latin typeface="Arial"/>
                  <a:ea typeface="Arial"/>
                  <a:cs typeface="Arial"/>
                  <a:sym typeface="Arial"/>
                </a:rPr>
                <a:t>Lourdeurs administratives</a:t>
              </a:r>
              <a:endParaRPr/>
            </a:p>
            <a:p>
              <a:pPr indent="-114300" lvl="1" marL="114300" marR="0" rtl="0" algn="l">
                <a:lnSpc>
                  <a:spcPct val="90000"/>
                </a:lnSpc>
                <a:spcBef>
                  <a:spcPts val="300"/>
                </a:spcBef>
                <a:spcAft>
                  <a:spcPts val="0"/>
                </a:spcAft>
                <a:buClr>
                  <a:srgbClr val="000000"/>
                </a:buClr>
                <a:buSzPts val="1300"/>
                <a:buFont typeface="Arial"/>
                <a:buChar char="•"/>
              </a:pPr>
              <a:r>
                <a:rPr b="0" i="0" lang="en" sz="1300" u="none" cap="none" strike="noStrike">
                  <a:solidFill>
                    <a:srgbClr val="000000"/>
                  </a:solidFill>
                  <a:latin typeface="Arial"/>
                  <a:ea typeface="Arial"/>
                  <a:cs typeface="Arial"/>
                  <a:sym typeface="Arial"/>
                </a:rPr>
                <a:t>Organisation &amp; remontées de dépenses</a:t>
              </a:r>
              <a:endParaRPr/>
            </a:p>
          </p:txBody>
        </p:sp>
        <p:sp>
          <p:nvSpPr>
            <p:cNvPr id="374" name="Google Shape;374;p6"/>
            <p:cNvSpPr/>
            <p:nvPr/>
          </p:nvSpPr>
          <p:spPr>
            <a:xfrm>
              <a:off x="3997968" y="11669"/>
              <a:ext cx="1752706" cy="486979"/>
            </a:xfrm>
            <a:prstGeom prst="rect">
              <a:avLst/>
            </a:prstGeom>
            <a:solidFill>
              <a:srgbClr val="4372C3">
                <a:alpha val="49803"/>
              </a:srgbClr>
            </a:solidFill>
            <a:ln cap="flat" cmpd="sng" w="25400">
              <a:solidFill>
                <a:srgbClr val="4372C3">
                  <a:alpha val="4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6"/>
            <p:cNvSpPr txBox="1"/>
            <p:nvPr/>
          </p:nvSpPr>
          <p:spPr>
            <a:xfrm>
              <a:off x="3997968" y="11669"/>
              <a:ext cx="1752706" cy="486979"/>
            </a:xfrm>
            <a:prstGeom prst="rect">
              <a:avLst/>
            </a:prstGeom>
            <a:noFill/>
            <a:ln>
              <a:noFill/>
            </a:ln>
          </p:spPr>
          <p:txBody>
            <a:bodyPr anchorCtr="0" anchor="ctr" bIns="56875" lIns="99550" spcFirstLastPara="1" rIns="99550" wrap="square" tIns="56875">
              <a:noAutofit/>
            </a:bodyPr>
            <a:lstStyle/>
            <a:p>
              <a:pPr indent="0" lvl="0" marL="0" marR="0" rtl="0" algn="ctr">
                <a:lnSpc>
                  <a:spcPct val="9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Financeurs</a:t>
              </a:r>
              <a:endParaRPr/>
            </a:p>
          </p:txBody>
        </p:sp>
        <p:sp>
          <p:nvSpPr>
            <p:cNvPr id="376" name="Google Shape;376;p6"/>
            <p:cNvSpPr/>
            <p:nvPr/>
          </p:nvSpPr>
          <p:spPr>
            <a:xfrm>
              <a:off x="3997968" y="498648"/>
              <a:ext cx="1752706" cy="2766959"/>
            </a:xfrm>
            <a:prstGeom prst="rect">
              <a:avLst/>
            </a:prstGeom>
            <a:solidFill>
              <a:srgbClr val="CCD3EA">
                <a:alpha val="49803"/>
              </a:srgbClr>
            </a:solidFill>
            <a:ln cap="flat" cmpd="sng" w="25400">
              <a:solidFill>
                <a:srgbClr val="CCD3EA">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6"/>
            <p:cNvSpPr txBox="1"/>
            <p:nvPr/>
          </p:nvSpPr>
          <p:spPr>
            <a:xfrm>
              <a:off x="3997968" y="498648"/>
              <a:ext cx="1752706" cy="2766959"/>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rgbClr val="000000"/>
                </a:buClr>
                <a:buSzPts val="1300"/>
                <a:buFont typeface="Arial"/>
                <a:buChar char="•"/>
              </a:pPr>
              <a:r>
                <a:rPr b="0" i="0" lang="en" sz="1300" u="none" cap="none" strike="noStrike">
                  <a:solidFill>
                    <a:srgbClr val="000000"/>
                  </a:solidFill>
                  <a:latin typeface="Arial"/>
                  <a:ea typeface="Arial"/>
                  <a:cs typeface="Arial"/>
                  <a:sym typeface="Arial"/>
                </a:rPr>
                <a:t>Absence de visibilité sur l’utilisation des fonds</a:t>
              </a:r>
              <a:endParaRPr/>
            </a:p>
            <a:p>
              <a:pPr indent="-114300" lvl="1" marL="114300" marR="0" rtl="0" algn="l">
                <a:lnSpc>
                  <a:spcPct val="90000"/>
                </a:lnSpc>
                <a:spcBef>
                  <a:spcPts val="300"/>
                </a:spcBef>
                <a:spcAft>
                  <a:spcPts val="0"/>
                </a:spcAft>
                <a:buClr>
                  <a:srgbClr val="000000"/>
                </a:buClr>
                <a:buSzPts val="1300"/>
                <a:buFont typeface="Arial"/>
                <a:buChar char="•"/>
              </a:pPr>
              <a:r>
                <a:rPr b="0" i="0" lang="en" sz="1300" u="none" cap="none" strike="noStrike">
                  <a:solidFill>
                    <a:srgbClr val="000000"/>
                  </a:solidFill>
                  <a:latin typeface="Arial"/>
                  <a:ea typeface="Arial"/>
                  <a:cs typeface="Arial"/>
                  <a:sym typeface="Arial"/>
                </a:rPr>
                <a:t>Absence d’indicateurs sur les secteurs porteurs</a:t>
              </a:r>
              <a:endParaRPr/>
            </a:p>
            <a:p>
              <a:pPr indent="-114300" lvl="1" marL="114300" marR="0" rtl="0" algn="l">
                <a:lnSpc>
                  <a:spcPct val="90000"/>
                </a:lnSpc>
                <a:spcBef>
                  <a:spcPts val="300"/>
                </a:spcBef>
                <a:spcAft>
                  <a:spcPts val="0"/>
                </a:spcAft>
                <a:buClr>
                  <a:srgbClr val="000000"/>
                </a:buClr>
                <a:buSzPts val="1300"/>
                <a:buFont typeface="Arial"/>
                <a:buChar char="•"/>
              </a:pPr>
              <a:r>
                <a:rPr b="0" i="0" lang="en" sz="1300" u="none" cap="none" strike="noStrike">
                  <a:solidFill>
                    <a:srgbClr val="000000"/>
                  </a:solidFill>
                  <a:latin typeface="Arial"/>
                  <a:ea typeface="Arial"/>
                  <a:cs typeface="Arial"/>
                  <a:sym typeface="Arial"/>
                </a:rPr>
                <a:t>Consommation insuffisante des enveloppes</a:t>
              </a:r>
              <a:endParaRPr/>
            </a:p>
            <a:p>
              <a:pPr indent="-114300" lvl="1" marL="114300" marR="0" rtl="0" algn="l">
                <a:lnSpc>
                  <a:spcPct val="90000"/>
                </a:lnSpc>
                <a:spcBef>
                  <a:spcPts val="300"/>
                </a:spcBef>
                <a:spcAft>
                  <a:spcPts val="0"/>
                </a:spcAft>
                <a:buClr>
                  <a:srgbClr val="000000"/>
                </a:buClr>
                <a:buSzPts val="1300"/>
                <a:buFont typeface="Arial"/>
                <a:buChar char="•"/>
              </a:pPr>
              <a:r>
                <a:rPr b="0" i="0" lang="en" sz="1300" u="none" cap="none" strike="noStrike">
                  <a:solidFill>
                    <a:srgbClr val="000000"/>
                  </a:solidFill>
                  <a:latin typeface="Arial"/>
                  <a:ea typeface="Arial"/>
                  <a:cs typeface="Arial"/>
                  <a:sym typeface="Arial"/>
                </a:rPr>
                <a:t>Reporting insuffisant</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grpSp>
        <p:nvGrpSpPr>
          <p:cNvPr id="382" name="Google Shape;382;p7"/>
          <p:cNvGrpSpPr/>
          <p:nvPr/>
        </p:nvGrpSpPr>
        <p:grpSpPr>
          <a:xfrm>
            <a:off x="6618119" y="2478346"/>
            <a:ext cx="1036357" cy="1020012"/>
            <a:chOff x="3497790" y="2011377"/>
            <a:chExt cx="1652885" cy="1652885"/>
          </a:xfrm>
        </p:grpSpPr>
        <p:sp>
          <p:nvSpPr>
            <p:cNvPr id="383" name="Google Shape;383;p7"/>
            <p:cNvSpPr/>
            <p:nvPr/>
          </p:nvSpPr>
          <p:spPr>
            <a:xfrm>
              <a:off x="3497790" y="2011377"/>
              <a:ext cx="1652885" cy="1652885"/>
            </a:xfrm>
            <a:prstGeom prst="ellipse">
              <a:avLst/>
            </a:prstGeom>
            <a:gradFill>
              <a:gsLst>
                <a:gs pos="0">
                  <a:srgbClr val="5E81C9"/>
                </a:gs>
                <a:gs pos="50000">
                  <a:srgbClr val="3B70C9"/>
                </a:gs>
                <a:gs pos="100000">
                  <a:srgbClr val="2E60B8"/>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7"/>
            <p:cNvSpPr txBox="1"/>
            <p:nvPr/>
          </p:nvSpPr>
          <p:spPr>
            <a:xfrm>
              <a:off x="3739849" y="2253436"/>
              <a:ext cx="1168767" cy="1168767"/>
            </a:xfrm>
            <a:prstGeom prst="rect">
              <a:avLst/>
            </a:prstGeom>
            <a:noFill/>
            <a:ln>
              <a:noFill/>
            </a:ln>
          </p:spPr>
          <p:txBody>
            <a:bodyPr anchorCtr="0" anchor="ctr" bIns="16500" lIns="16500" spcFirstLastPara="1" rIns="16500" wrap="square" tIns="16500">
              <a:noAutofit/>
            </a:bodyPr>
            <a:lstStyle/>
            <a:p>
              <a:pPr indent="0" lvl="0" marL="0" marR="0" rtl="0" algn="ctr">
                <a:lnSpc>
                  <a:spcPct val="90000"/>
                </a:lnSpc>
                <a:spcBef>
                  <a:spcPts val="0"/>
                </a:spcBef>
                <a:spcAft>
                  <a:spcPts val="0"/>
                </a:spcAft>
                <a:buClr>
                  <a:schemeClr val="lt1"/>
                </a:buClr>
                <a:buSzPts val="800"/>
                <a:buFont typeface="Calibri"/>
                <a:buNone/>
              </a:pPr>
              <a:r>
                <a:rPr b="1" i="0" lang="en" sz="1000" u="none" cap="none" strike="noStrike">
                  <a:solidFill>
                    <a:schemeClr val="lt1"/>
                  </a:solidFill>
                  <a:latin typeface="Calibri"/>
                  <a:ea typeface="Calibri"/>
                  <a:cs typeface="Calibri"/>
                  <a:sym typeface="Calibri"/>
                </a:rPr>
                <a:t>Porteurs de projet</a:t>
              </a:r>
              <a:endParaRPr b="0" i="0" sz="1800" u="none" cap="none" strike="noStrike">
                <a:solidFill>
                  <a:srgbClr val="000000"/>
                </a:solidFill>
                <a:latin typeface="Arial"/>
                <a:ea typeface="Arial"/>
                <a:cs typeface="Arial"/>
                <a:sym typeface="Arial"/>
              </a:endParaRPr>
            </a:p>
          </p:txBody>
        </p:sp>
      </p:grpSp>
      <p:sp>
        <p:nvSpPr>
          <p:cNvPr id="385" name="Google Shape;385;p7"/>
          <p:cNvSpPr txBox="1"/>
          <p:nvPr/>
        </p:nvSpPr>
        <p:spPr>
          <a:xfrm>
            <a:off x="5656918" y="531888"/>
            <a:ext cx="2553498" cy="600005"/>
          </a:xfrm>
          <a:prstGeom prst="rect">
            <a:avLst/>
          </a:prstGeom>
          <a:noFill/>
          <a:ln>
            <a:noFill/>
          </a:ln>
        </p:spPr>
        <p:txBody>
          <a:bodyPr anchorCtr="0" anchor="t" bIns="17150" lIns="34300" spcFirstLastPara="1" rIns="34300" wrap="square" tIns="17150">
            <a:noAutofit/>
          </a:bodyPr>
          <a:lstStyle/>
          <a:p>
            <a:pPr indent="0" lvl="0" marL="0" marR="0" rtl="0" algn="l">
              <a:lnSpc>
                <a:spcPct val="114999"/>
              </a:lnSpc>
              <a:spcBef>
                <a:spcPts val="0"/>
              </a:spcBef>
              <a:spcAft>
                <a:spcPts val="0"/>
              </a:spcAft>
              <a:buClr>
                <a:srgbClr val="4A86E8"/>
              </a:buClr>
              <a:buSzPts val="2500"/>
              <a:buFont typeface="Montserrat"/>
              <a:buNone/>
            </a:pPr>
            <a:r>
              <a:rPr b="1" i="0" lang="en" sz="2500" u="none" cap="none" strike="noStrike">
                <a:solidFill>
                  <a:srgbClr val="4A86E8"/>
                </a:solidFill>
                <a:latin typeface="Montserrat"/>
                <a:ea typeface="Montserrat"/>
                <a:cs typeface="Montserrat"/>
                <a:sym typeface="Montserrat"/>
              </a:rPr>
              <a:t>UNE MISSION</a:t>
            </a:r>
            <a:endParaRPr b="1" i="0" sz="2500" u="none" cap="none" strike="noStrike">
              <a:solidFill>
                <a:srgbClr val="4A86E8"/>
              </a:solidFill>
              <a:latin typeface="Montserrat"/>
              <a:ea typeface="Montserrat"/>
              <a:cs typeface="Montserrat"/>
              <a:sym typeface="Montserrat"/>
            </a:endParaRPr>
          </a:p>
        </p:txBody>
      </p:sp>
      <p:pic>
        <p:nvPicPr>
          <p:cNvPr id="386" name="Google Shape;386;p7"/>
          <p:cNvPicPr preferRelativeResize="0"/>
          <p:nvPr/>
        </p:nvPicPr>
        <p:blipFill rotWithShape="1">
          <a:blip r:embed="rId3">
            <a:alphaModFix/>
          </a:blip>
          <a:srcRect b="0" l="29491" r="29489" t="0"/>
          <a:stretch/>
        </p:blipFill>
        <p:spPr>
          <a:xfrm>
            <a:off x="279775" y="633000"/>
            <a:ext cx="2285398" cy="3877500"/>
          </a:xfrm>
          <a:prstGeom prst="rect">
            <a:avLst/>
          </a:prstGeom>
          <a:noFill/>
          <a:ln>
            <a:noFill/>
          </a:ln>
        </p:spPr>
      </p:pic>
      <p:pic>
        <p:nvPicPr>
          <p:cNvPr id="387" name="Google Shape;387;p7"/>
          <p:cNvPicPr preferRelativeResize="0"/>
          <p:nvPr/>
        </p:nvPicPr>
        <p:blipFill rotWithShape="1">
          <a:blip r:embed="rId4">
            <a:alphaModFix/>
          </a:blip>
          <a:srcRect b="0" l="0" r="0" t="0"/>
          <a:stretch/>
        </p:blipFill>
        <p:spPr>
          <a:xfrm>
            <a:off x="2717573" y="632999"/>
            <a:ext cx="2321380" cy="1305776"/>
          </a:xfrm>
          <a:prstGeom prst="rect">
            <a:avLst/>
          </a:prstGeom>
          <a:noFill/>
          <a:ln>
            <a:noFill/>
          </a:ln>
        </p:spPr>
      </p:pic>
      <p:pic>
        <p:nvPicPr>
          <p:cNvPr id="388" name="Google Shape;388;p7"/>
          <p:cNvPicPr preferRelativeResize="0"/>
          <p:nvPr/>
        </p:nvPicPr>
        <p:blipFill rotWithShape="1">
          <a:blip r:embed="rId5">
            <a:alphaModFix/>
          </a:blip>
          <a:srcRect b="7510" l="0" r="0" t="0"/>
          <a:stretch/>
        </p:blipFill>
        <p:spPr>
          <a:xfrm flipH="1">
            <a:off x="2717575" y="2571750"/>
            <a:ext cx="2321375" cy="1938751"/>
          </a:xfrm>
          <a:prstGeom prst="rect">
            <a:avLst/>
          </a:prstGeom>
          <a:noFill/>
          <a:ln>
            <a:noFill/>
          </a:ln>
        </p:spPr>
      </p:pic>
      <p:grpSp>
        <p:nvGrpSpPr>
          <p:cNvPr id="389" name="Google Shape;389;p7"/>
          <p:cNvGrpSpPr/>
          <p:nvPr/>
        </p:nvGrpSpPr>
        <p:grpSpPr>
          <a:xfrm>
            <a:off x="5442352" y="4210447"/>
            <a:ext cx="3163015" cy="600048"/>
            <a:chOff x="1947751" y="4738270"/>
            <a:chExt cx="4674262" cy="1102001"/>
          </a:xfrm>
        </p:grpSpPr>
        <p:sp>
          <p:nvSpPr>
            <p:cNvPr id="390" name="Google Shape;390;p7"/>
            <p:cNvSpPr/>
            <p:nvPr/>
          </p:nvSpPr>
          <p:spPr>
            <a:xfrm>
              <a:off x="1947751" y="4738270"/>
              <a:ext cx="4407693" cy="1101923"/>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7"/>
            <p:cNvSpPr txBox="1"/>
            <p:nvPr/>
          </p:nvSpPr>
          <p:spPr>
            <a:xfrm>
              <a:off x="2030813" y="4738371"/>
              <a:ext cx="4591200" cy="1101900"/>
            </a:xfrm>
            <a:prstGeom prst="rect">
              <a:avLst/>
            </a:prstGeom>
            <a:noFill/>
            <a:ln>
              <a:noFill/>
            </a:ln>
          </p:spPr>
          <p:txBody>
            <a:bodyPr anchorCtr="0" anchor="ctr" bIns="192000" lIns="192000" spcFirstLastPara="1" rIns="192000" wrap="square" tIns="192000">
              <a:noAutofit/>
            </a:bodyPr>
            <a:lstStyle/>
            <a:p>
              <a:pPr indent="0" lvl="0" marL="0" marR="0" rtl="0" algn="ctr">
                <a:lnSpc>
                  <a:spcPct val="90000"/>
                </a:lnSpc>
                <a:spcBef>
                  <a:spcPts val="0"/>
                </a:spcBef>
                <a:spcAft>
                  <a:spcPts val="0"/>
                </a:spcAft>
                <a:buClr>
                  <a:srgbClr val="2F5496"/>
                </a:buClr>
                <a:buSzPts val="1600"/>
                <a:buFont typeface="Calibri"/>
                <a:buNone/>
              </a:pPr>
              <a:r>
                <a:rPr b="0" i="0" lang="en" sz="1600" u="none" cap="none" strike="noStrike">
                  <a:solidFill>
                    <a:srgbClr val="2F5496"/>
                  </a:solidFill>
                  <a:latin typeface="Calibri"/>
                  <a:ea typeface="Calibri"/>
                  <a:cs typeface="Calibri"/>
                  <a:sym typeface="Calibri"/>
                </a:rPr>
                <a:t>Un intérêt commun : </a:t>
              </a:r>
              <a:r>
                <a:rPr b="1" i="0" lang="en" sz="1600" u="none" cap="none" strike="noStrike">
                  <a:solidFill>
                    <a:srgbClr val="2F5496"/>
                  </a:solidFill>
                  <a:latin typeface="Calibri"/>
                  <a:ea typeface="Calibri"/>
                  <a:cs typeface="Calibri"/>
                  <a:sym typeface="Calibri"/>
                </a:rPr>
                <a:t>l’atteinte des objectifs de développement et de croissance</a:t>
              </a:r>
              <a:endParaRPr b="1" i="0" sz="1400" u="none" cap="none" strike="noStrike">
                <a:solidFill>
                  <a:srgbClr val="000000"/>
                </a:solidFill>
                <a:latin typeface="Arial"/>
                <a:ea typeface="Arial"/>
                <a:cs typeface="Arial"/>
                <a:sym typeface="Arial"/>
              </a:endParaRPr>
            </a:p>
          </p:txBody>
        </p:sp>
      </p:grpSp>
      <p:sp>
        <p:nvSpPr>
          <p:cNvPr id="392" name="Google Shape;392;p7"/>
          <p:cNvSpPr/>
          <p:nvPr/>
        </p:nvSpPr>
        <p:spPr>
          <a:xfrm>
            <a:off x="6689811" y="3833661"/>
            <a:ext cx="736226" cy="333678"/>
          </a:xfrm>
          <a:prstGeom prst="downArrow">
            <a:avLst>
              <a:gd fmla="val 50000" name="adj1"/>
              <a:gd fmla="val 50000" name="adj2"/>
            </a:avLst>
          </a:prstGeom>
          <a:solidFill>
            <a:srgbClr val="ABBADE"/>
          </a:solidFill>
          <a:ln>
            <a:noFill/>
          </a:ln>
          <a:effectLst>
            <a:outerShdw blurRad="57150" rotWithShape="0" algn="ctr" dir="5400000" dist="19050">
              <a:srgbClr val="000000">
                <a:alpha val="6156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3" name="Google Shape;393;p7"/>
          <p:cNvGrpSpPr/>
          <p:nvPr/>
        </p:nvGrpSpPr>
        <p:grpSpPr>
          <a:xfrm>
            <a:off x="7266710" y="1445059"/>
            <a:ext cx="1007694" cy="987430"/>
            <a:chOff x="4024741" y="328608"/>
            <a:chExt cx="1652885" cy="1652885"/>
          </a:xfrm>
        </p:grpSpPr>
        <p:sp>
          <p:nvSpPr>
            <p:cNvPr id="394" name="Google Shape;394;p7"/>
            <p:cNvSpPr/>
            <p:nvPr/>
          </p:nvSpPr>
          <p:spPr>
            <a:xfrm>
              <a:off x="4024741" y="328608"/>
              <a:ext cx="1652885" cy="1652885"/>
            </a:xfrm>
            <a:prstGeom prst="ellipse">
              <a:avLst/>
            </a:prstGeom>
            <a:gradFill>
              <a:gsLst>
                <a:gs pos="0">
                  <a:srgbClr val="5E81C9"/>
                </a:gs>
                <a:gs pos="50000">
                  <a:srgbClr val="3B70C9"/>
                </a:gs>
                <a:gs pos="100000">
                  <a:srgbClr val="2E60B8"/>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7"/>
            <p:cNvSpPr txBox="1"/>
            <p:nvPr/>
          </p:nvSpPr>
          <p:spPr>
            <a:xfrm>
              <a:off x="4266800" y="570667"/>
              <a:ext cx="1168767" cy="1168767"/>
            </a:xfrm>
            <a:prstGeom prst="rect">
              <a:avLst/>
            </a:prstGeom>
            <a:noFill/>
            <a:ln>
              <a:noFill/>
            </a:ln>
          </p:spPr>
          <p:txBody>
            <a:bodyPr anchorCtr="0" anchor="ctr" bIns="16500" lIns="16500" spcFirstLastPara="1" rIns="16500" wrap="square" tIns="16500">
              <a:noAutofit/>
            </a:bodyPr>
            <a:lstStyle/>
            <a:p>
              <a:pPr indent="0" lvl="0" marL="0" marR="0" rtl="0" algn="ctr">
                <a:lnSpc>
                  <a:spcPct val="90000"/>
                </a:lnSpc>
                <a:spcBef>
                  <a:spcPts val="0"/>
                </a:spcBef>
                <a:spcAft>
                  <a:spcPts val="0"/>
                </a:spcAft>
                <a:buClr>
                  <a:schemeClr val="lt1"/>
                </a:buClr>
                <a:buSzPts val="800"/>
                <a:buFont typeface="Calibri"/>
                <a:buNone/>
              </a:pPr>
              <a:r>
                <a:rPr b="1" i="0" lang="en" sz="800" u="none" cap="none" strike="noStrike">
                  <a:solidFill>
                    <a:schemeClr val="lt1"/>
                  </a:solidFill>
                  <a:latin typeface="Calibri"/>
                  <a:ea typeface="Calibri"/>
                  <a:cs typeface="Calibri"/>
                  <a:sym typeface="Calibri"/>
                </a:rPr>
                <a:t>Institutions </a:t>
              </a:r>
              <a:endParaRPr b="0" i="0" sz="1400" u="none" cap="none" strike="noStrike">
                <a:solidFill>
                  <a:srgbClr val="000000"/>
                </a:solidFill>
                <a:latin typeface="Arial"/>
                <a:ea typeface="Arial"/>
                <a:cs typeface="Arial"/>
                <a:sym typeface="Arial"/>
              </a:endParaRPr>
            </a:p>
          </p:txBody>
        </p:sp>
      </p:grpSp>
      <p:grpSp>
        <p:nvGrpSpPr>
          <p:cNvPr id="396" name="Google Shape;396;p7"/>
          <p:cNvGrpSpPr/>
          <p:nvPr/>
        </p:nvGrpSpPr>
        <p:grpSpPr>
          <a:xfrm>
            <a:off x="5971309" y="1523999"/>
            <a:ext cx="1080655" cy="1047751"/>
            <a:chOff x="2315059" y="771346"/>
            <a:chExt cx="1652885" cy="1652885"/>
          </a:xfrm>
        </p:grpSpPr>
        <p:sp>
          <p:nvSpPr>
            <p:cNvPr id="397" name="Google Shape;397;p7"/>
            <p:cNvSpPr/>
            <p:nvPr/>
          </p:nvSpPr>
          <p:spPr>
            <a:xfrm>
              <a:off x="2315059" y="771346"/>
              <a:ext cx="1652885" cy="1652885"/>
            </a:xfrm>
            <a:prstGeom prst="ellipse">
              <a:avLst/>
            </a:prstGeom>
            <a:gradFill>
              <a:gsLst>
                <a:gs pos="0">
                  <a:srgbClr val="5E81C9"/>
                </a:gs>
                <a:gs pos="50000">
                  <a:srgbClr val="3B70C9"/>
                </a:gs>
                <a:gs pos="100000">
                  <a:srgbClr val="2E60B8"/>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7"/>
            <p:cNvSpPr txBox="1"/>
            <p:nvPr/>
          </p:nvSpPr>
          <p:spPr>
            <a:xfrm>
              <a:off x="2557118" y="1013405"/>
              <a:ext cx="1168767" cy="1168767"/>
            </a:xfrm>
            <a:prstGeom prst="rect">
              <a:avLst/>
            </a:prstGeom>
            <a:noFill/>
            <a:ln>
              <a:noFill/>
            </a:ln>
          </p:spPr>
          <p:txBody>
            <a:bodyPr anchorCtr="0" anchor="ctr" bIns="16500" lIns="16500" spcFirstLastPara="1" rIns="16500" wrap="square" tIns="16500">
              <a:noAutofit/>
            </a:bodyPr>
            <a:lstStyle/>
            <a:p>
              <a:pPr indent="0" lvl="0" marL="0" marR="0" rtl="0" algn="ctr">
                <a:lnSpc>
                  <a:spcPct val="90000"/>
                </a:lnSpc>
                <a:spcBef>
                  <a:spcPts val="0"/>
                </a:spcBef>
                <a:spcAft>
                  <a:spcPts val="0"/>
                </a:spcAft>
                <a:buClr>
                  <a:schemeClr val="lt1"/>
                </a:buClr>
                <a:buSzPts val="800"/>
                <a:buFont typeface="Calibri"/>
                <a:buNone/>
              </a:pPr>
              <a:r>
                <a:rPr b="1" i="0" lang="en" sz="800" u="none" cap="none" strike="noStrike">
                  <a:solidFill>
                    <a:schemeClr val="lt1"/>
                  </a:solidFill>
                  <a:latin typeface="Calibri"/>
                  <a:ea typeface="Calibri"/>
                  <a:cs typeface="Calibri"/>
                  <a:sym typeface="Calibri"/>
                </a:rPr>
                <a:t>Investisseurs</a:t>
              </a:r>
              <a:endParaRPr b="0" i="0" sz="1400" u="none" cap="none" strike="noStrike">
                <a:solidFill>
                  <a:srgbClr val="000000"/>
                </a:solidFill>
                <a:latin typeface="Arial"/>
                <a:ea typeface="Arial"/>
                <a:cs typeface="Arial"/>
                <a:sym typeface="Arial"/>
              </a:endParaRPr>
            </a:p>
          </p:txBody>
        </p:sp>
      </p:grpSp>
      <p:sp>
        <p:nvSpPr>
          <p:cNvPr id="399" name="Google Shape;399;p7"/>
          <p:cNvSpPr/>
          <p:nvPr/>
        </p:nvSpPr>
        <p:spPr>
          <a:xfrm>
            <a:off x="5475042" y="1211972"/>
            <a:ext cx="3165764" cy="2564346"/>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60" y="30000"/>
                </a:moveTo>
                <a:lnTo>
                  <a:pt x="4860" y="30000"/>
                </a:lnTo>
                <a:cubicBezTo>
                  <a:pt x="4860" y="43255"/>
                  <a:pt x="29547" y="54000"/>
                  <a:pt x="60000" y="54000"/>
                </a:cubicBezTo>
                <a:cubicBezTo>
                  <a:pt x="90453" y="54000"/>
                  <a:pt x="115140" y="43255"/>
                  <a:pt x="115140" y="30000"/>
                </a:cubicBezTo>
                <a:cubicBezTo>
                  <a:pt x="115140" y="16745"/>
                  <a:pt x="90453" y="6000"/>
                  <a:pt x="60000" y="6000"/>
                </a:cubicBezTo>
                <a:cubicBezTo>
                  <a:pt x="29547" y="6000"/>
                  <a:pt x="4860" y="16745"/>
                  <a:pt x="4860" y="30000"/>
                </a:cubicBezTo>
                <a:close/>
              </a:path>
            </a:pathLst>
          </a:custGeom>
          <a:solidFill>
            <a:schemeClr val="lt1">
              <a:alpha val="40000"/>
            </a:schemeClr>
          </a:solidFill>
          <a:ln cap="flat" cmpd="sng" w="9525">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8"/>
          <p:cNvSpPr/>
          <p:nvPr/>
        </p:nvSpPr>
        <p:spPr>
          <a:xfrm>
            <a:off x="657421"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chemeClr val="dk1"/>
              </a:buClr>
              <a:buSzPts val="3600"/>
              <a:buFont typeface="Calibri"/>
              <a:buNone/>
            </a:pPr>
            <a:r>
              <a:t/>
            </a:r>
            <a:endParaRPr b="0" i="0" sz="3600" u="none" cap="none" strike="noStrike">
              <a:solidFill>
                <a:srgbClr val="FFFFFF"/>
              </a:solidFill>
              <a:latin typeface="Montserrat Light"/>
              <a:ea typeface="Montserrat Light"/>
              <a:cs typeface="Montserrat Light"/>
              <a:sym typeface="Montserrat Light"/>
            </a:endParaRPr>
          </a:p>
        </p:txBody>
      </p:sp>
      <p:sp>
        <p:nvSpPr>
          <p:cNvPr id="405" name="Google Shape;405;p8"/>
          <p:cNvSpPr/>
          <p:nvPr/>
        </p:nvSpPr>
        <p:spPr>
          <a:xfrm>
            <a:off x="1962280" y="95700"/>
            <a:ext cx="1305000" cy="120300"/>
          </a:xfrm>
          <a:prstGeom prst="chevron">
            <a:avLst>
              <a:gd fmla="val 65738" name="adj"/>
            </a:avLst>
          </a:prstGeom>
          <a:solidFill>
            <a:srgbClr val="558ED5"/>
          </a:solidFill>
          <a:ln>
            <a:noFill/>
          </a:ln>
          <a:effectLst>
            <a:outerShdw blurRad="57150" rotWithShape="0" algn="bl" dir="5520000" dist="19050">
              <a:srgbClr val="000000">
                <a:alpha val="20000"/>
              </a:srgbClr>
            </a:outerShdw>
          </a:effectLst>
        </p:spPr>
        <p:txBody>
          <a:bodyPr anchorCtr="0" anchor="ctr" bIns="47900" lIns="448800" spcFirstLastPara="1" rIns="353000" wrap="square" tIns="47900">
            <a:noAutofit/>
          </a:bodyPr>
          <a:lstStyle/>
          <a:p>
            <a:pPr indent="0" lvl="0" marL="0" marR="0" rtl="0" algn="l">
              <a:lnSpc>
                <a:spcPct val="100000"/>
              </a:lnSpc>
              <a:spcBef>
                <a:spcPts val="0"/>
              </a:spcBef>
              <a:spcAft>
                <a:spcPts val="0"/>
              </a:spcAft>
              <a:buClr>
                <a:schemeClr val="dk1"/>
              </a:buClr>
              <a:buSzPts val="1800"/>
              <a:buFont typeface="Calibri"/>
              <a:buNone/>
            </a:pPr>
            <a:r>
              <a:rPr b="0" i="0" lang="en"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406" name="Google Shape;406;p8"/>
          <p:cNvSpPr/>
          <p:nvPr/>
        </p:nvSpPr>
        <p:spPr>
          <a:xfrm>
            <a:off x="326714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407" name="Google Shape;407;p8"/>
          <p:cNvSpPr/>
          <p:nvPr/>
        </p:nvSpPr>
        <p:spPr>
          <a:xfrm>
            <a:off x="457200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408" name="Google Shape;408;p8"/>
          <p:cNvSpPr/>
          <p:nvPr/>
        </p:nvSpPr>
        <p:spPr>
          <a:xfrm>
            <a:off x="587686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500" u="none" cap="none" strike="noStrike">
              <a:solidFill>
                <a:schemeClr val="dk1"/>
              </a:solidFill>
              <a:latin typeface="Calibri"/>
              <a:ea typeface="Calibri"/>
              <a:cs typeface="Calibri"/>
              <a:sym typeface="Calibri"/>
            </a:endParaRPr>
          </a:p>
        </p:txBody>
      </p:sp>
      <p:sp>
        <p:nvSpPr>
          <p:cNvPr id="409" name="Google Shape;409;p8"/>
          <p:cNvSpPr txBox="1"/>
          <p:nvPr/>
        </p:nvSpPr>
        <p:spPr>
          <a:xfrm>
            <a:off x="65859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OPPORTUNITÉ DE MARCHÉ</a:t>
            </a:r>
            <a:endParaRPr b="0" i="0" sz="700" u="none" cap="none" strike="noStrike">
              <a:solidFill>
                <a:srgbClr val="B7B7B7"/>
              </a:solidFill>
              <a:latin typeface="Calibri"/>
              <a:ea typeface="Calibri"/>
              <a:cs typeface="Calibri"/>
              <a:sym typeface="Calibri"/>
            </a:endParaRPr>
          </a:p>
        </p:txBody>
      </p:sp>
      <p:sp>
        <p:nvSpPr>
          <p:cNvPr id="410" name="Google Shape;410;p8"/>
          <p:cNvSpPr txBox="1"/>
          <p:nvPr/>
        </p:nvSpPr>
        <p:spPr>
          <a:xfrm>
            <a:off x="196345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3C78D8"/>
              </a:buClr>
              <a:buSzPts val="700"/>
              <a:buFont typeface="Calibri"/>
              <a:buNone/>
            </a:pPr>
            <a:r>
              <a:rPr b="1" i="0" lang="en" sz="700" u="none" cap="none" strike="noStrike">
                <a:solidFill>
                  <a:srgbClr val="558ED5"/>
                </a:solidFill>
                <a:latin typeface="Calibri"/>
                <a:ea typeface="Calibri"/>
                <a:cs typeface="Calibri"/>
                <a:sym typeface="Calibri"/>
              </a:rPr>
              <a:t>LE PROJET</a:t>
            </a:r>
            <a:endParaRPr b="1" i="0" sz="700" u="none" cap="none" strike="noStrike">
              <a:solidFill>
                <a:srgbClr val="558ED5"/>
              </a:solidFill>
              <a:latin typeface="Calibri"/>
              <a:ea typeface="Calibri"/>
              <a:cs typeface="Calibri"/>
              <a:sym typeface="Calibri"/>
            </a:endParaRPr>
          </a:p>
        </p:txBody>
      </p:sp>
      <p:sp>
        <p:nvSpPr>
          <p:cNvPr id="411" name="Google Shape;411;p8"/>
          <p:cNvSpPr txBox="1"/>
          <p:nvPr/>
        </p:nvSpPr>
        <p:spPr>
          <a:xfrm>
            <a:off x="326831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LE MARCHÉ</a:t>
            </a:r>
            <a:endParaRPr b="0" i="0" sz="700" u="none" cap="none" strike="noStrike">
              <a:solidFill>
                <a:srgbClr val="B7B7B7"/>
              </a:solidFill>
              <a:latin typeface="Calibri"/>
              <a:ea typeface="Calibri"/>
              <a:cs typeface="Calibri"/>
              <a:sym typeface="Calibri"/>
            </a:endParaRPr>
          </a:p>
        </p:txBody>
      </p:sp>
      <p:sp>
        <p:nvSpPr>
          <p:cNvPr id="412" name="Google Shape;412;p8"/>
          <p:cNvSpPr txBox="1"/>
          <p:nvPr/>
        </p:nvSpPr>
        <p:spPr>
          <a:xfrm>
            <a:off x="457317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LA STRATÉGIE</a:t>
            </a:r>
            <a:endParaRPr b="0" i="0" sz="700" u="none" cap="none" strike="noStrike">
              <a:solidFill>
                <a:srgbClr val="B7B7B7"/>
              </a:solidFill>
              <a:latin typeface="Calibri"/>
              <a:ea typeface="Calibri"/>
              <a:cs typeface="Calibri"/>
              <a:sym typeface="Calibri"/>
            </a:endParaRPr>
          </a:p>
        </p:txBody>
      </p:sp>
      <p:sp>
        <p:nvSpPr>
          <p:cNvPr id="413" name="Google Shape;413;p8"/>
          <p:cNvSpPr txBox="1"/>
          <p:nvPr/>
        </p:nvSpPr>
        <p:spPr>
          <a:xfrm>
            <a:off x="5878037"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FINANCES</a:t>
            </a:r>
            <a:endParaRPr b="0" i="0" sz="700" u="none" cap="none" strike="noStrike">
              <a:solidFill>
                <a:srgbClr val="B7B7B7"/>
              </a:solidFill>
              <a:latin typeface="Calibri"/>
              <a:ea typeface="Calibri"/>
              <a:cs typeface="Calibri"/>
              <a:sym typeface="Calibri"/>
            </a:endParaRPr>
          </a:p>
        </p:txBody>
      </p:sp>
      <p:sp>
        <p:nvSpPr>
          <p:cNvPr id="414" name="Google Shape;414;p8"/>
          <p:cNvSpPr txBox="1"/>
          <p:nvPr/>
        </p:nvSpPr>
        <p:spPr>
          <a:xfrm>
            <a:off x="659513" y="762275"/>
            <a:ext cx="7828500" cy="415500"/>
          </a:xfrm>
          <a:prstGeom prst="rect">
            <a:avLst/>
          </a:prstGeom>
          <a:noFill/>
          <a:ln>
            <a:noFill/>
          </a:ln>
        </p:spPr>
        <p:txBody>
          <a:bodyPr anchorCtr="0" anchor="t" bIns="17100" lIns="34225" spcFirstLastPara="1" rIns="34225" wrap="square" tIns="17100">
            <a:noAutofit/>
          </a:bodyPr>
          <a:lstStyle/>
          <a:p>
            <a:pPr indent="0" lvl="0" marL="0" marR="0" rtl="0" algn="ctr">
              <a:lnSpc>
                <a:spcPct val="100000"/>
              </a:lnSpc>
              <a:spcBef>
                <a:spcPts val="0"/>
              </a:spcBef>
              <a:spcAft>
                <a:spcPts val="0"/>
              </a:spcAft>
              <a:buClr>
                <a:srgbClr val="3C78D8"/>
              </a:buClr>
              <a:buSzPts val="2500"/>
              <a:buFont typeface="Montserrat"/>
              <a:buNone/>
            </a:pPr>
            <a:r>
              <a:rPr b="1" i="0" lang="en" sz="2500" u="none" cap="none" strike="noStrike">
                <a:solidFill>
                  <a:srgbClr val="558ED5"/>
                </a:solidFill>
                <a:latin typeface="Montserrat"/>
                <a:ea typeface="Montserrat"/>
                <a:cs typeface="Montserrat"/>
                <a:sym typeface="Montserrat"/>
              </a:rPr>
              <a:t>UNE MISSION, UN IMPACT</a:t>
            </a:r>
            <a:endParaRPr b="1" i="0" sz="2500" u="none" cap="none" strike="noStrike">
              <a:solidFill>
                <a:srgbClr val="558ED5"/>
              </a:solidFill>
              <a:latin typeface="Montserrat"/>
              <a:ea typeface="Montserrat"/>
              <a:cs typeface="Montserrat"/>
              <a:sym typeface="Montserrat"/>
            </a:endParaRPr>
          </a:p>
        </p:txBody>
      </p:sp>
      <p:grpSp>
        <p:nvGrpSpPr>
          <p:cNvPr id="415" name="Google Shape;415;p8"/>
          <p:cNvGrpSpPr/>
          <p:nvPr/>
        </p:nvGrpSpPr>
        <p:grpSpPr>
          <a:xfrm>
            <a:off x="1665589" y="1400782"/>
            <a:ext cx="5810655" cy="3267816"/>
            <a:chOff x="-1" y="0"/>
            <a:chExt cx="5810655" cy="3267816"/>
          </a:xfrm>
        </p:grpSpPr>
        <p:sp>
          <p:nvSpPr>
            <p:cNvPr id="416" name="Google Shape;416;p8"/>
            <p:cNvSpPr/>
            <p:nvPr/>
          </p:nvSpPr>
          <p:spPr>
            <a:xfrm rot="-5400000">
              <a:off x="635709" y="-635709"/>
              <a:ext cx="1633908" cy="2905327"/>
            </a:xfrm>
            <a:prstGeom prst="round1Rect">
              <a:avLst>
                <a:gd fmla="val 16667" name="adj"/>
              </a:avLst>
            </a:prstGeom>
            <a:solidFill>
              <a:srgbClr val="4372C3">
                <a:alpha val="89803"/>
              </a:srgb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8"/>
            <p:cNvSpPr txBox="1"/>
            <p:nvPr/>
          </p:nvSpPr>
          <p:spPr>
            <a:xfrm>
              <a:off x="0" y="0"/>
              <a:ext cx="2905327" cy="1225431"/>
            </a:xfrm>
            <a:prstGeom prst="rect">
              <a:avLst/>
            </a:prstGeom>
            <a:noFill/>
            <a:ln>
              <a:noFill/>
            </a:ln>
          </p:spPr>
          <p:txBody>
            <a:bodyPr anchorCtr="0" anchor="ctr" bIns="142225" lIns="142225" spcFirstLastPara="1" rIns="142225" wrap="square" tIns="142225">
              <a:noAutofit/>
            </a:bodyPr>
            <a:lstStyle/>
            <a:p>
              <a:pPr indent="0" lvl="0" marL="0" marR="0" rtl="0" algn="ctr">
                <a:lnSpc>
                  <a:spcPct val="9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Nombre de porteurs accompagnés &amp; projets exécutés</a:t>
              </a:r>
              <a:endParaRPr b="0" i="0" sz="2000" u="none" cap="none" strike="noStrike">
                <a:solidFill>
                  <a:schemeClr val="lt1"/>
                </a:solidFill>
                <a:latin typeface="Arial"/>
                <a:ea typeface="Arial"/>
                <a:cs typeface="Arial"/>
                <a:sym typeface="Arial"/>
              </a:endParaRPr>
            </a:p>
          </p:txBody>
        </p:sp>
        <p:sp>
          <p:nvSpPr>
            <p:cNvPr id="418" name="Google Shape;418;p8"/>
            <p:cNvSpPr/>
            <p:nvPr/>
          </p:nvSpPr>
          <p:spPr>
            <a:xfrm>
              <a:off x="2899109" y="0"/>
              <a:ext cx="2905327" cy="1633908"/>
            </a:xfrm>
            <a:prstGeom prst="round1Rect">
              <a:avLst>
                <a:gd fmla="val 16667" name="adj"/>
              </a:avLst>
            </a:prstGeom>
            <a:solidFill>
              <a:srgbClr val="4372C3">
                <a:alpha val="76862"/>
              </a:srgb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8"/>
            <p:cNvSpPr txBox="1"/>
            <p:nvPr/>
          </p:nvSpPr>
          <p:spPr>
            <a:xfrm>
              <a:off x="2899109" y="0"/>
              <a:ext cx="2905327" cy="1225431"/>
            </a:xfrm>
            <a:prstGeom prst="rect">
              <a:avLst/>
            </a:prstGeom>
            <a:noFill/>
            <a:ln>
              <a:noFill/>
            </a:ln>
          </p:spPr>
          <p:txBody>
            <a:bodyPr anchorCtr="0" anchor="ctr" bIns="142225" lIns="142225" spcFirstLastPara="1" rIns="142225" wrap="square" tIns="142225">
              <a:noAutofit/>
            </a:bodyPr>
            <a:lstStyle/>
            <a:p>
              <a:pPr indent="0" lvl="0" marL="0" marR="0" rtl="0" algn="ctr">
                <a:lnSpc>
                  <a:spcPct val="9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Total budget projets &amp; financements</a:t>
              </a:r>
              <a:endParaRPr b="0" i="0" sz="2000" u="none" cap="none" strike="noStrike">
                <a:solidFill>
                  <a:schemeClr val="lt1"/>
                </a:solidFill>
                <a:latin typeface="Arial"/>
                <a:ea typeface="Arial"/>
                <a:cs typeface="Arial"/>
                <a:sym typeface="Arial"/>
              </a:endParaRPr>
            </a:p>
          </p:txBody>
        </p:sp>
        <p:sp>
          <p:nvSpPr>
            <p:cNvPr id="420" name="Google Shape;420;p8"/>
            <p:cNvSpPr/>
            <p:nvPr/>
          </p:nvSpPr>
          <p:spPr>
            <a:xfrm rot="10800000">
              <a:off x="0" y="1613190"/>
              <a:ext cx="2905327" cy="1633908"/>
            </a:xfrm>
            <a:prstGeom prst="round1Rect">
              <a:avLst>
                <a:gd fmla="val 16667" name="adj"/>
              </a:avLst>
            </a:prstGeom>
            <a:solidFill>
              <a:srgbClr val="4372C3">
                <a:alpha val="63137"/>
              </a:srgb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8"/>
            <p:cNvSpPr txBox="1"/>
            <p:nvPr/>
          </p:nvSpPr>
          <p:spPr>
            <a:xfrm>
              <a:off x="0" y="2021667"/>
              <a:ext cx="2905327" cy="1225431"/>
            </a:xfrm>
            <a:prstGeom prst="rect">
              <a:avLst/>
            </a:prstGeom>
            <a:noFill/>
            <a:ln>
              <a:noFill/>
            </a:ln>
          </p:spPr>
          <p:txBody>
            <a:bodyPr anchorCtr="0" anchor="ctr" bIns="142225" lIns="142225" spcFirstLastPara="1" rIns="142225" wrap="square" tIns="142225">
              <a:noAutofit/>
            </a:bodyPr>
            <a:lstStyle/>
            <a:p>
              <a:pPr indent="0" lvl="0" marL="0" marR="0" rtl="0" algn="ctr">
                <a:lnSpc>
                  <a:spcPct val="9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Nombre d’emplois créés et secteurs concernés</a:t>
              </a:r>
              <a:endParaRPr b="0" i="0" sz="2000" u="none" cap="none" strike="noStrike">
                <a:solidFill>
                  <a:schemeClr val="lt1"/>
                </a:solidFill>
                <a:latin typeface="Arial"/>
                <a:ea typeface="Arial"/>
                <a:cs typeface="Arial"/>
                <a:sym typeface="Arial"/>
              </a:endParaRPr>
            </a:p>
          </p:txBody>
        </p:sp>
        <p:sp>
          <p:nvSpPr>
            <p:cNvPr id="422" name="Google Shape;422;p8"/>
            <p:cNvSpPr/>
            <p:nvPr/>
          </p:nvSpPr>
          <p:spPr>
            <a:xfrm rot="5400000">
              <a:off x="3541036" y="998198"/>
              <a:ext cx="1633908" cy="2905327"/>
            </a:xfrm>
            <a:prstGeom prst="round1Rect">
              <a:avLst>
                <a:gd fmla="val 16667" name="adj"/>
              </a:avLst>
            </a:prstGeom>
            <a:solidFill>
              <a:srgbClr val="4372C3">
                <a:alpha val="49803"/>
              </a:srgb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8"/>
            <p:cNvSpPr txBox="1"/>
            <p:nvPr/>
          </p:nvSpPr>
          <p:spPr>
            <a:xfrm>
              <a:off x="2905327" y="2042384"/>
              <a:ext cx="2905327" cy="1225431"/>
            </a:xfrm>
            <a:prstGeom prst="rect">
              <a:avLst/>
            </a:prstGeom>
            <a:noFill/>
            <a:ln>
              <a:noFill/>
            </a:ln>
          </p:spPr>
          <p:txBody>
            <a:bodyPr anchorCtr="0" anchor="ctr" bIns="142225" lIns="142225" spcFirstLastPara="1" rIns="142225" wrap="square" tIns="142225">
              <a:noAutofit/>
            </a:bodyPr>
            <a:lstStyle/>
            <a:p>
              <a:pPr indent="0" lvl="0" marL="0" marR="0" rtl="0" algn="ctr">
                <a:lnSpc>
                  <a:spcPct val="9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Nombre de prestataires </a:t>
              </a:r>
              <a:br>
                <a:rPr b="0" i="0" lang="en" sz="2000" u="none" cap="none" strike="noStrike">
                  <a:solidFill>
                    <a:schemeClr val="lt1"/>
                  </a:solidFill>
                  <a:latin typeface="Arial"/>
                  <a:ea typeface="Arial"/>
                  <a:cs typeface="Arial"/>
                  <a:sym typeface="Arial"/>
                </a:rPr>
              </a:br>
              <a:r>
                <a:rPr b="0" i="0" lang="en" sz="2000" u="none" cap="none" strike="noStrike">
                  <a:solidFill>
                    <a:schemeClr val="lt1"/>
                  </a:solidFill>
                  <a:latin typeface="Arial"/>
                  <a:ea typeface="Arial"/>
                  <a:cs typeface="Arial"/>
                  <a:sym typeface="Arial"/>
                </a:rPr>
                <a:t>&amp; CA généré</a:t>
              </a:r>
              <a:endParaRPr b="0" i="0" sz="2000" u="none" cap="none" strike="noStrike">
                <a:solidFill>
                  <a:schemeClr val="lt1"/>
                </a:solidFill>
                <a:latin typeface="Arial"/>
                <a:ea typeface="Arial"/>
                <a:cs typeface="Arial"/>
                <a:sym typeface="Arial"/>
              </a:endParaRPr>
            </a:p>
          </p:txBody>
        </p:sp>
        <p:sp>
          <p:nvSpPr>
            <p:cNvPr id="424" name="Google Shape;424;p8"/>
            <p:cNvSpPr/>
            <p:nvPr/>
          </p:nvSpPr>
          <p:spPr>
            <a:xfrm>
              <a:off x="2033728" y="1225431"/>
              <a:ext cx="1743196" cy="816954"/>
            </a:xfrm>
            <a:prstGeom prst="roundRect">
              <a:avLst>
                <a:gd fmla="val 16667" name="adj"/>
              </a:avLst>
            </a:prstGeom>
            <a:solidFill>
              <a:srgbClr val="CCD3EA"/>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8"/>
            <p:cNvSpPr txBox="1"/>
            <p:nvPr/>
          </p:nvSpPr>
          <p:spPr>
            <a:xfrm>
              <a:off x="2073608" y="1265311"/>
              <a:ext cx="1663436" cy="737194"/>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rgbClr val="000000"/>
                </a:buClr>
                <a:buSzPts val="2200"/>
                <a:buFont typeface="Arial"/>
                <a:buNone/>
              </a:pPr>
              <a:r>
                <a:rPr b="1" i="0" lang="en" sz="2200" u="none" cap="none" strike="noStrike">
                  <a:solidFill>
                    <a:srgbClr val="000000"/>
                  </a:solidFill>
                  <a:latin typeface="Arial"/>
                  <a:ea typeface="Arial"/>
                  <a:cs typeface="Arial"/>
                  <a:sym typeface="Arial"/>
                </a:rPr>
                <a:t>AXELLENS</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id="430" name="Google Shape;430;p9"/>
          <p:cNvPicPr preferRelativeResize="0"/>
          <p:nvPr/>
        </p:nvPicPr>
        <p:blipFill rotWithShape="1">
          <a:blip r:embed="rId3">
            <a:alphaModFix amt="15000"/>
          </a:blip>
          <a:srcRect b="0" l="0" r="0" t="0"/>
          <a:stretch/>
        </p:blipFill>
        <p:spPr>
          <a:xfrm>
            <a:off x="2202988" y="95700"/>
            <a:ext cx="5143500" cy="5143500"/>
          </a:xfrm>
          <a:prstGeom prst="rect">
            <a:avLst/>
          </a:prstGeom>
          <a:noFill/>
          <a:ln>
            <a:noFill/>
          </a:ln>
          <a:effectLst>
            <a:outerShdw blurRad="1270000" rotWithShape="0" algn="ctr" dir="5400000" dist="50800">
              <a:schemeClr val="lt1">
                <a:alpha val="0"/>
              </a:schemeClr>
            </a:outerShdw>
          </a:effectLst>
        </p:spPr>
      </p:pic>
      <p:sp>
        <p:nvSpPr>
          <p:cNvPr id="431" name="Google Shape;431;p9"/>
          <p:cNvSpPr/>
          <p:nvPr/>
        </p:nvSpPr>
        <p:spPr>
          <a:xfrm>
            <a:off x="657421"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chemeClr val="dk1"/>
              </a:buClr>
              <a:buSzPts val="3600"/>
              <a:buFont typeface="Calibri"/>
              <a:buNone/>
            </a:pPr>
            <a:r>
              <a:t/>
            </a:r>
            <a:endParaRPr b="0" i="0" sz="3600" u="none" cap="none" strike="noStrike">
              <a:solidFill>
                <a:srgbClr val="FFFFFF"/>
              </a:solidFill>
              <a:latin typeface="Montserrat Light"/>
              <a:ea typeface="Montserrat Light"/>
              <a:cs typeface="Montserrat Light"/>
              <a:sym typeface="Montserrat Light"/>
            </a:endParaRPr>
          </a:p>
        </p:txBody>
      </p:sp>
      <p:sp>
        <p:nvSpPr>
          <p:cNvPr id="432" name="Google Shape;432;p9"/>
          <p:cNvSpPr/>
          <p:nvPr/>
        </p:nvSpPr>
        <p:spPr>
          <a:xfrm>
            <a:off x="1962280" y="95700"/>
            <a:ext cx="1305000" cy="120300"/>
          </a:xfrm>
          <a:prstGeom prst="chevron">
            <a:avLst>
              <a:gd fmla="val 65738" name="adj"/>
            </a:avLst>
          </a:prstGeom>
          <a:solidFill>
            <a:srgbClr val="558ED5"/>
          </a:solidFill>
          <a:ln>
            <a:noFill/>
          </a:ln>
          <a:effectLst>
            <a:outerShdw blurRad="57150" rotWithShape="0" algn="bl" dir="5520000" dist="19050">
              <a:srgbClr val="000000">
                <a:alpha val="20000"/>
              </a:srgbClr>
            </a:outerShdw>
          </a:effectLst>
        </p:spPr>
        <p:txBody>
          <a:bodyPr anchorCtr="0" anchor="ctr" bIns="47900" lIns="448800" spcFirstLastPara="1" rIns="353000" wrap="square" tIns="47900">
            <a:noAutofit/>
          </a:bodyPr>
          <a:lstStyle/>
          <a:p>
            <a:pPr indent="0" lvl="0" marL="0" marR="0" rtl="0" algn="l">
              <a:lnSpc>
                <a:spcPct val="100000"/>
              </a:lnSpc>
              <a:spcBef>
                <a:spcPts val="0"/>
              </a:spcBef>
              <a:spcAft>
                <a:spcPts val="0"/>
              </a:spcAft>
              <a:buClr>
                <a:schemeClr val="dk1"/>
              </a:buClr>
              <a:buSzPts val="1800"/>
              <a:buFont typeface="Calibri"/>
              <a:buNone/>
            </a:pPr>
            <a:r>
              <a:rPr b="0" i="0" lang="en"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433" name="Google Shape;433;p9"/>
          <p:cNvSpPr/>
          <p:nvPr/>
        </p:nvSpPr>
        <p:spPr>
          <a:xfrm>
            <a:off x="326714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434" name="Google Shape;434;p9"/>
          <p:cNvSpPr/>
          <p:nvPr/>
        </p:nvSpPr>
        <p:spPr>
          <a:xfrm>
            <a:off x="457200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435" name="Google Shape;435;p9"/>
          <p:cNvSpPr/>
          <p:nvPr/>
        </p:nvSpPr>
        <p:spPr>
          <a:xfrm>
            <a:off x="587686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500" u="none" cap="none" strike="noStrike">
              <a:solidFill>
                <a:schemeClr val="dk1"/>
              </a:solidFill>
              <a:latin typeface="Calibri"/>
              <a:ea typeface="Calibri"/>
              <a:cs typeface="Calibri"/>
              <a:sym typeface="Calibri"/>
            </a:endParaRPr>
          </a:p>
        </p:txBody>
      </p:sp>
      <p:sp>
        <p:nvSpPr>
          <p:cNvPr id="436" name="Google Shape;436;p9"/>
          <p:cNvSpPr txBox="1"/>
          <p:nvPr/>
        </p:nvSpPr>
        <p:spPr>
          <a:xfrm>
            <a:off x="65859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OPPORTUNITÉ DE MARCHÉ</a:t>
            </a:r>
            <a:endParaRPr b="0" i="0" sz="700" u="none" cap="none" strike="noStrike">
              <a:solidFill>
                <a:srgbClr val="B7B7B7"/>
              </a:solidFill>
              <a:latin typeface="Calibri"/>
              <a:ea typeface="Calibri"/>
              <a:cs typeface="Calibri"/>
              <a:sym typeface="Calibri"/>
            </a:endParaRPr>
          </a:p>
        </p:txBody>
      </p:sp>
      <p:sp>
        <p:nvSpPr>
          <p:cNvPr id="437" name="Google Shape;437;p9"/>
          <p:cNvSpPr txBox="1"/>
          <p:nvPr/>
        </p:nvSpPr>
        <p:spPr>
          <a:xfrm>
            <a:off x="196345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3C78D8"/>
              </a:buClr>
              <a:buSzPts val="700"/>
              <a:buFont typeface="Calibri"/>
              <a:buNone/>
            </a:pPr>
            <a:r>
              <a:rPr b="1" i="0" lang="en" sz="700" u="none" cap="none" strike="noStrike">
                <a:solidFill>
                  <a:srgbClr val="558ED5"/>
                </a:solidFill>
                <a:latin typeface="Calibri"/>
                <a:ea typeface="Calibri"/>
                <a:cs typeface="Calibri"/>
                <a:sym typeface="Calibri"/>
              </a:rPr>
              <a:t>LE PROJET</a:t>
            </a:r>
            <a:endParaRPr b="1" i="0" sz="700" u="none" cap="none" strike="noStrike">
              <a:solidFill>
                <a:srgbClr val="558ED5"/>
              </a:solidFill>
              <a:latin typeface="Calibri"/>
              <a:ea typeface="Calibri"/>
              <a:cs typeface="Calibri"/>
              <a:sym typeface="Calibri"/>
            </a:endParaRPr>
          </a:p>
        </p:txBody>
      </p:sp>
      <p:sp>
        <p:nvSpPr>
          <p:cNvPr id="438" name="Google Shape;438;p9"/>
          <p:cNvSpPr txBox="1"/>
          <p:nvPr/>
        </p:nvSpPr>
        <p:spPr>
          <a:xfrm>
            <a:off x="326831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LE MARCHÉ</a:t>
            </a:r>
            <a:endParaRPr b="0" i="0" sz="700" u="none" cap="none" strike="noStrike">
              <a:solidFill>
                <a:srgbClr val="B7B7B7"/>
              </a:solidFill>
              <a:latin typeface="Calibri"/>
              <a:ea typeface="Calibri"/>
              <a:cs typeface="Calibri"/>
              <a:sym typeface="Calibri"/>
            </a:endParaRPr>
          </a:p>
        </p:txBody>
      </p:sp>
      <p:sp>
        <p:nvSpPr>
          <p:cNvPr id="439" name="Google Shape;439;p9"/>
          <p:cNvSpPr txBox="1"/>
          <p:nvPr/>
        </p:nvSpPr>
        <p:spPr>
          <a:xfrm>
            <a:off x="457317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LA STRATÉGIE</a:t>
            </a:r>
            <a:endParaRPr b="0" i="0" sz="700" u="none" cap="none" strike="noStrike">
              <a:solidFill>
                <a:srgbClr val="B7B7B7"/>
              </a:solidFill>
              <a:latin typeface="Calibri"/>
              <a:ea typeface="Calibri"/>
              <a:cs typeface="Calibri"/>
              <a:sym typeface="Calibri"/>
            </a:endParaRPr>
          </a:p>
        </p:txBody>
      </p:sp>
      <p:sp>
        <p:nvSpPr>
          <p:cNvPr id="440" name="Google Shape;440;p9"/>
          <p:cNvSpPr txBox="1"/>
          <p:nvPr/>
        </p:nvSpPr>
        <p:spPr>
          <a:xfrm>
            <a:off x="5878037"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FINANCES</a:t>
            </a:r>
            <a:endParaRPr b="0" i="0" sz="700" u="none" cap="none" strike="noStrike">
              <a:solidFill>
                <a:srgbClr val="B7B7B7"/>
              </a:solidFill>
              <a:latin typeface="Calibri"/>
              <a:ea typeface="Calibri"/>
              <a:cs typeface="Calibri"/>
              <a:sym typeface="Calibri"/>
            </a:endParaRPr>
          </a:p>
        </p:txBody>
      </p:sp>
      <p:pic>
        <p:nvPicPr>
          <p:cNvPr id="441" name="Google Shape;441;p9"/>
          <p:cNvPicPr preferRelativeResize="0"/>
          <p:nvPr/>
        </p:nvPicPr>
        <p:blipFill rotWithShape="1">
          <a:blip r:embed="rId4">
            <a:alphaModFix/>
          </a:blip>
          <a:srcRect b="0" l="10909" r="10908" t="0"/>
          <a:stretch/>
        </p:blipFill>
        <p:spPr>
          <a:xfrm>
            <a:off x="-2581" y="1738555"/>
            <a:ext cx="4246375" cy="3051326"/>
          </a:xfrm>
          <a:prstGeom prst="rect">
            <a:avLst/>
          </a:prstGeom>
          <a:noFill/>
          <a:ln>
            <a:noFill/>
          </a:ln>
        </p:spPr>
      </p:pic>
      <p:sp>
        <p:nvSpPr>
          <p:cNvPr id="442" name="Google Shape;442;p9"/>
          <p:cNvSpPr txBox="1"/>
          <p:nvPr/>
        </p:nvSpPr>
        <p:spPr>
          <a:xfrm>
            <a:off x="659513" y="762275"/>
            <a:ext cx="7828500" cy="415500"/>
          </a:xfrm>
          <a:prstGeom prst="rect">
            <a:avLst/>
          </a:prstGeom>
          <a:noFill/>
          <a:ln>
            <a:noFill/>
          </a:ln>
        </p:spPr>
        <p:txBody>
          <a:bodyPr anchorCtr="0" anchor="t" bIns="17100" lIns="34225" spcFirstLastPara="1" rIns="34225" wrap="square" tIns="17100">
            <a:noAutofit/>
          </a:bodyPr>
          <a:lstStyle/>
          <a:p>
            <a:pPr indent="0" lvl="0" marL="0" marR="0" rtl="0" algn="ctr">
              <a:lnSpc>
                <a:spcPct val="100000"/>
              </a:lnSpc>
              <a:spcBef>
                <a:spcPts val="0"/>
              </a:spcBef>
              <a:spcAft>
                <a:spcPts val="0"/>
              </a:spcAft>
              <a:buClr>
                <a:srgbClr val="3C78D8"/>
              </a:buClr>
              <a:buSzPts val="2500"/>
              <a:buFont typeface="Montserrat"/>
              <a:buNone/>
            </a:pPr>
            <a:r>
              <a:rPr b="1" i="0" lang="en" sz="2500" u="none" cap="none" strike="noStrike">
                <a:solidFill>
                  <a:srgbClr val="558ED5"/>
                </a:solidFill>
                <a:latin typeface="Montserrat"/>
                <a:ea typeface="Montserrat"/>
                <a:cs typeface="Montserrat"/>
                <a:sym typeface="Montserrat"/>
              </a:rPr>
              <a:t>NOTRE OFFRE </a:t>
            </a:r>
            <a:endParaRPr b="1" i="0" sz="2500" u="none" cap="none" strike="noStrike">
              <a:solidFill>
                <a:srgbClr val="558ED5"/>
              </a:solidFill>
              <a:latin typeface="Montserrat"/>
              <a:ea typeface="Montserrat"/>
              <a:cs typeface="Montserrat"/>
              <a:sym typeface="Montserrat"/>
            </a:endParaRPr>
          </a:p>
        </p:txBody>
      </p:sp>
      <p:sp>
        <p:nvSpPr>
          <p:cNvPr id="443" name="Google Shape;443;p9"/>
          <p:cNvSpPr txBox="1"/>
          <p:nvPr/>
        </p:nvSpPr>
        <p:spPr>
          <a:xfrm>
            <a:off x="322450" y="1169763"/>
            <a:ext cx="7828500" cy="346200"/>
          </a:xfrm>
          <a:prstGeom prst="rect">
            <a:avLst/>
          </a:prstGeom>
          <a:noFill/>
          <a:ln>
            <a:noFill/>
          </a:ln>
        </p:spPr>
        <p:txBody>
          <a:bodyPr anchorCtr="0" anchor="t" bIns="17100" lIns="34225" spcFirstLastPara="1" rIns="34225" wrap="square" tIns="17100">
            <a:noAutofit/>
          </a:bodyPr>
          <a:lstStyle/>
          <a:p>
            <a:pPr indent="0" lvl="0" marL="0" marR="0" rtl="0" algn="ctr">
              <a:lnSpc>
                <a:spcPct val="150000"/>
              </a:lnSpc>
              <a:spcBef>
                <a:spcPts val="0"/>
              </a:spcBef>
              <a:spcAft>
                <a:spcPts val="0"/>
              </a:spcAft>
              <a:buClr>
                <a:srgbClr val="999999"/>
              </a:buClr>
              <a:buSzPts val="1100"/>
              <a:buFont typeface="Calibri"/>
              <a:buNone/>
            </a:pPr>
            <a:r>
              <a:rPr b="1" i="0" lang="en" sz="1200" u="none" cap="none" strike="noStrike">
                <a:solidFill>
                  <a:srgbClr val="999999"/>
                </a:solidFill>
                <a:latin typeface="Calibri"/>
                <a:ea typeface="Calibri"/>
                <a:cs typeface="Calibri"/>
                <a:sym typeface="Calibri"/>
              </a:rPr>
              <a:t>Une expertise métier et un engagement d'équipe pour </a:t>
            </a:r>
            <a:br>
              <a:rPr b="1" i="0" lang="en" sz="1200" u="none" cap="none" strike="noStrike">
                <a:solidFill>
                  <a:srgbClr val="999999"/>
                </a:solidFill>
                <a:latin typeface="Calibri"/>
                <a:ea typeface="Calibri"/>
                <a:cs typeface="Calibri"/>
                <a:sym typeface="Calibri"/>
              </a:rPr>
            </a:br>
            <a:r>
              <a:rPr b="1" i="0" lang="en" sz="1200" u="none" cap="none" strike="noStrike">
                <a:solidFill>
                  <a:srgbClr val="999999"/>
                </a:solidFill>
                <a:latin typeface="Calibri"/>
                <a:ea typeface="Calibri"/>
                <a:cs typeface="Calibri"/>
                <a:sym typeface="Calibri"/>
              </a:rPr>
              <a:t>répondre aux enjeux spécifiques de chaque client</a:t>
            </a:r>
            <a:endParaRPr b="1" i="0" sz="1200" u="none" cap="none" strike="noStrike">
              <a:solidFill>
                <a:srgbClr val="999999"/>
              </a:solidFill>
              <a:latin typeface="Calibri"/>
              <a:ea typeface="Calibri"/>
              <a:cs typeface="Calibri"/>
              <a:sym typeface="Calibri"/>
            </a:endParaRPr>
          </a:p>
          <a:p>
            <a:pPr indent="0" lvl="0" marL="0" marR="0" rtl="0" algn="ctr">
              <a:lnSpc>
                <a:spcPct val="150000"/>
              </a:lnSpc>
              <a:spcBef>
                <a:spcPts val="0"/>
              </a:spcBef>
              <a:spcAft>
                <a:spcPts val="0"/>
              </a:spcAft>
              <a:buClr>
                <a:schemeClr val="dk1"/>
              </a:buClr>
              <a:buSzPts val="1100"/>
              <a:buFont typeface="Calibri"/>
              <a:buNone/>
            </a:pPr>
            <a:r>
              <a:t/>
            </a:r>
            <a:endParaRPr b="1" i="0" sz="1100" u="none" cap="none" strike="noStrike">
              <a:solidFill>
                <a:srgbClr val="999999"/>
              </a:solidFill>
              <a:latin typeface="Calibri"/>
              <a:ea typeface="Calibri"/>
              <a:cs typeface="Calibri"/>
              <a:sym typeface="Calibri"/>
            </a:endParaRPr>
          </a:p>
        </p:txBody>
      </p:sp>
      <p:sp>
        <p:nvSpPr>
          <p:cNvPr id="444" name="Google Shape;444;p9"/>
          <p:cNvSpPr txBox="1"/>
          <p:nvPr/>
        </p:nvSpPr>
        <p:spPr>
          <a:xfrm>
            <a:off x="4437675" y="1879260"/>
            <a:ext cx="4156900" cy="2829025"/>
          </a:xfrm>
          <a:prstGeom prst="rect">
            <a:avLst/>
          </a:prstGeom>
          <a:noFill/>
          <a:ln>
            <a:noFill/>
          </a:ln>
        </p:spPr>
        <p:txBody>
          <a:bodyPr anchorCtr="0" anchor="ctr" bIns="91425" lIns="91425" spcFirstLastPara="1" rIns="91425" wrap="square" tIns="91425">
            <a:noAutofit/>
          </a:bodyPr>
          <a:lstStyle/>
          <a:p>
            <a:pPr indent="457200" lvl="0" marL="0" marR="0" rtl="0" algn="l">
              <a:lnSpc>
                <a:spcPct val="100000"/>
              </a:lnSpc>
              <a:spcBef>
                <a:spcPts val="0"/>
              </a:spcBef>
              <a:spcAft>
                <a:spcPts val="0"/>
              </a:spcAft>
              <a:buClr>
                <a:srgbClr val="666666"/>
              </a:buClr>
              <a:buSzPts val="1200"/>
              <a:buFont typeface="Calibri"/>
              <a:buNone/>
            </a:pPr>
            <a:r>
              <a:rPr b="0" i="0" lang="en" sz="1200" u="none" cap="none" strike="noStrike">
                <a:solidFill>
                  <a:srgbClr val="666666"/>
                </a:solidFill>
                <a:latin typeface="Calibri"/>
                <a:ea typeface="Calibri"/>
                <a:cs typeface="Calibri"/>
                <a:sym typeface="Calibri"/>
              </a:rPr>
              <a:t>Notre cabinet se positionne en régie de projets en privilégiant une approche holistique de toutes les étapes suivantes :</a:t>
            </a:r>
            <a:endParaRPr b="0" i="0" sz="1400" u="none" cap="none" strike="noStrike">
              <a:solidFill>
                <a:srgbClr val="000000"/>
              </a:solidFill>
              <a:latin typeface="Arial"/>
              <a:ea typeface="Arial"/>
              <a:cs typeface="Arial"/>
              <a:sym typeface="Arial"/>
            </a:endParaRPr>
          </a:p>
          <a:p>
            <a:pPr indent="45720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666666"/>
              </a:solidFill>
              <a:latin typeface="Calibri"/>
              <a:ea typeface="Calibri"/>
              <a:cs typeface="Calibri"/>
              <a:sym typeface="Calibri"/>
            </a:endParaRPr>
          </a:p>
          <a:p>
            <a:pPr indent="-171450" lvl="0" marL="171450" marR="0" rtl="0" algn="l">
              <a:lnSpc>
                <a:spcPct val="100000"/>
              </a:lnSpc>
              <a:spcBef>
                <a:spcPts val="0"/>
              </a:spcBef>
              <a:spcAft>
                <a:spcPts val="0"/>
              </a:spcAft>
              <a:buClr>
                <a:srgbClr val="666666"/>
              </a:buClr>
              <a:buSzPts val="1200"/>
              <a:buFont typeface="Calibri"/>
              <a:buChar char="-"/>
            </a:pPr>
            <a:r>
              <a:rPr b="0" i="0" lang="en" sz="1200" u="none" cap="none" strike="noStrike">
                <a:solidFill>
                  <a:srgbClr val="666666"/>
                </a:solidFill>
                <a:latin typeface="Calibri"/>
                <a:ea typeface="Calibri"/>
                <a:cs typeface="Calibri"/>
                <a:sym typeface="Calibri"/>
              </a:rPr>
              <a:t>L’appui à l’</a:t>
            </a:r>
            <a:r>
              <a:rPr b="1" i="0" lang="en" sz="1200" u="none" cap="none" strike="noStrike">
                <a:solidFill>
                  <a:srgbClr val="666666"/>
                </a:solidFill>
                <a:latin typeface="Calibri"/>
                <a:ea typeface="Calibri"/>
                <a:cs typeface="Calibri"/>
                <a:sym typeface="Calibri"/>
              </a:rPr>
              <a:t>incubation</a:t>
            </a:r>
            <a:r>
              <a:rPr b="0" i="0" lang="en" sz="1200" u="none" cap="none" strike="noStrike">
                <a:solidFill>
                  <a:srgbClr val="666666"/>
                </a:solidFill>
                <a:latin typeface="Calibri"/>
                <a:ea typeface="Calibri"/>
                <a:cs typeface="Calibri"/>
                <a:sym typeface="Calibri"/>
              </a:rPr>
              <a:t> de projets (Définition, Montage, Structuration, Plan de financement, Stratégie…)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666666"/>
              </a:buClr>
              <a:buSzPts val="1200"/>
              <a:buFont typeface="Calibri"/>
              <a:buChar char="-"/>
            </a:pPr>
            <a:r>
              <a:rPr b="0" i="0" lang="en" sz="1200" u="none" cap="none" strike="noStrike">
                <a:solidFill>
                  <a:srgbClr val="666666"/>
                </a:solidFill>
                <a:latin typeface="Calibri"/>
                <a:ea typeface="Calibri"/>
                <a:cs typeface="Calibri"/>
                <a:sym typeface="Calibri"/>
              </a:rPr>
              <a:t>Le </a:t>
            </a:r>
            <a:r>
              <a:rPr b="1" i="0" lang="en" sz="1200" u="none" cap="none" strike="noStrike">
                <a:solidFill>
                  <a:srgbClr val="666666"/>
                </a:solidFill>
                <a:latin typeface="Calibri"/>
                <a:ea typeface="Calibri"/>
                <a:cs typeface="Calibri"/>
                <a:sym typeface="Calibri"/>
              </a:rPr>
              <a:t>financement </a:t>
            </a:r>
            <a:r>
              <a:rPr b="0" i="0" lang="en" sz="1200" u="none" cap="none" strike="noStrike">
                <a:solidFill>
                  <a:srgbClr val="666666"/>
                </a:solidFill>
                <a:latin typeface="Calibri"/>
                <a:ea typeface="Calibri"/>
                <a:cs typeface="Calibri"/>
                <a:sym typeface="Calibri"/>
              </a:rPr>
              <a:t>des projets </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666666"/>
              </a:buClr>
              <a:buSzPts val="1200"/>
              <a:buFont typeface="Calibri"/>
              <a:buChar char="-"/>
            </a:pPr>
            <a:r>
              <a:rPr b="0" i="0" lang="en" sz="1200" u="none" cap="none" strike="noStrike">
                <a:solidFill>
                  <a:srgbClr val="666666"/>
                </a:solidFill>
                <a:latin typeface="Calibri"/>
                <a:ea typeface="Calibri"/>
                <a:cs typeface="Calibri"/>
                <a:sym typeface="Calibri"/>
              </a:rPr>
              <a:t>Le </a:t>
            </a:r>
            <a:r>
              <a:rPr b="1" i="0" lang="en" sz="1200" u="none" cap="none" strike="noStrike">
                <a:solidFill>
                  <a:srgbClr val="666666"/>
                </a:solidFill>
                <a:latin typeface="Calibri"/>
                <a:ea typeface="Calibri"/>
                <a:cs typeface="Calibri"/>
                <a:sym typeface="Calibri"/>
              </a:rPr>
              <a:t>management des projets </a:t>
            </a:r>
            <a:r>
              <a:rPr b="0" i="0" lang="en" sz="1200" u="none" cap="none" strike="noStrike">
                <a:solidFill>
                  <a:srgbClr val="666666"/>
                </a:solidFill>
                <a:latin typeface="Calibri"/>
                <a:ea typeface="Calibri"/>
                <a:cs typeface="Calibri"/>
                <a:sym typeface="Calibri"/>
              </a:rPr>
              <a:t>(organisation des missions, conseil juridique, communication…)</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666666"/>
              </a:buClr>
              <a:buSzPts val="1200"/>
              <a:buFont typeface="Calibri"/>
              <a:buChar char="-"/>
            </a:pPr>
            <a:r>
              <a:rPr b="0" i="0" lang="en" sz="1200" u="none" cap="none" strike="noStrike">
                <a:solidFill>
                  <a:srgbClr val="666666"/>
                </a:solidFill>
                <a:latin typeface="Calibri"/>
                <a:ea typeface="Calibri"/>
                <a:cs typeface="Calibri"/>
                <a:sym typeface="Calibri"/>
              </a:rPr>
              <a:t>La </a:t>
            </a:r>
            <a:r>
              <a:rPr b="1" i="0" lang="en" sz="1200" u="none" cap="none" strike="noStrike">
                <a:solidFill>
                  <a:srgbClr val="666666"/>
                </a:solidFill>
                <a:latin typeface="Calibri"/>
                <a:ea typeface="Calibri"/>
                <a:cs typeface="Calibri"/>
                <a:sym typeface="Calibri"/>
              </a:rPr>
              <a:t>gestion administrative et financière</a:t>
            </a:r>
            <a:endParaRPr b="1"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666666"/>
              </a:buClr>
              <a:buSzPts val="1200"/>
              <a:buFont typeface="Calibri"/>
              <a:buChar char="-"/>
            </a:pPr>
            <a:r>
              <a:rPr b="0" i="0" lang="en" sz="1200" u="none" cap="none" strike="noStrike">
                <a:solidFill>
                  <a:srgbClr val="666666"/>
                </a:solidFill>
                <a:latin typeface="Calibri"/>
                <a:ea typeface="Calibri"/>
                <a:cs typeface="Calibri"/>
                <a:sym typeface="Calibri"/>
              </a:rPr>
              <a:t>La </a:t>
            </a:r>
            <a:r>
              <a:rPr b="1" i="0" lang="en" sz="1200" u="none" cap="none" strike="noStrike">
                <a:solidFill>
                  <a:srgbClr val="666666"/>
                </a:solidFill>
                <a:latin typeface="Calibri"/>
                <a:ea typeface="Calibri"/>
                <a:cs typeface="Calibri"/>
                <a:sym typeface="Calibri"/>
              </a:rPr>
              <a:t>formation des parties prenantes</a:t>
            </a:r>
            <a:endParaRPr b="1"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666666"/>
              </a:buClr>
              <a:buSzPts val="1200"/>
              <a:buFont typeface="Calibri"/>
              <a:buChar char="-"/>
            </a:pPr>
            <a:r>
              <a:rPr b="0" i="0" lang="en" sz="1200" u="none" cap="none" strike="noStrike">
                <a:solidFill>
                  <a:srgbClr val="666666"/>
                </a:solidFill>
                <a:latin typeface="Calibri"/>
                <a:ea typeface="Calibri"/>
                <a:cs typeface="Calibri"/>
                <a:sym typeface="Calibri"/>
              </a:rPr>
              <a:t>La </a:t>
            </a:r>
            <a:r>
              <a:rPr b="1" i="0" lang="en" sz="1200" u="none" cap="none" strike="noStrike">
                <a:solidFill>
                  <a:srgbClr val="666666"/>
                </a:solidFill>
                <a:latin typeface="Calibri"/>
                <a:ea typeface="Calibri"/>
                <a:cs typeface="Calibri"/>
                <a:sym typeface="Calibri"/>
              </a:rPr>
              <a:t>piste d’audit ex-ante</a:t>
            </a:r>
            <a:endParaRPr b="1"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666666"/>
              </a:buClr>
              <a:buSzPts val="1200"/>
              <a:buFont typeface="Calibri"/>
              <a:buChar char="-"/>
            </a:pPr>
            <a:r>
              <a:rPr b="0" i="0" lang="en" sz="1200" u="none" cap="none" strike="noStrike">
                <a:solidFill>
                  <a:srgbClr val="666666"/>
                </a:solidFill>
                <a:latin typeface="Calibri"/>
                <a:ea typeface="Calibri"/>
                <a:cs typeface="Calibri"/>
                <a:sym typeface="Calibri"/>
              </a:rPr>
              <a:t>Le </a:t>
            </a:r>
            <a:r>
              <a:rPr b="1" i="0" lang="en" sz="1200" u="none" cap="none" strike="noStrike">
                <a:solidFill>
                  <a:srgbClr val="666666"/>
                </a:solidFill>
                <a:latin typeface="Calibri"/>
                <a:ea typeface="Calibri"/>
                <a:cs typeface="Calibri"/>
                <a:sym typeface="Calibri"/>
              </a:rPr>
              <a:t>suivi post-projet</a:t>
            </a:r>
            <a:r>
              <a:rPr b="0" i="0" lang="en" sz="1200" u="none" cap="none" strike="noStrike">
                <a:solidFill>
                  <a:srgbClr val="666666"/>
                </a:solidFill>
                <a:latin typeface="Calibri"/>
                <a:ea typeface="Calibri"/>
                <a:cs typeface="Calibri"/>
                <a:sym typeface="Calibri"/>
              </a:rPr>
              <a:t> pendant 5 ans</a:t>
            </a:r>
            <a:endParaRPr b="0" i="0" sz="1400" u="none" cap="none" strike="noStrike">
              <a:solidFill>
                <a:srgbClr val="000000"/>
              </a:solidFill>
              <a:latin typeface="Arial"/>
              <a:ea typeface="Arial"/>
              <a:cs typeface="Arial"/>
              <a:sym typeface="Arial"/>
            </a:endParaRPr>
          </a:p>
          <a:p>
            <a:pPr indent="-95250" lvl="0" marL="17145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666666"/>
              </a:solidFill>
              <a:latin typeface="Calibri"/>
              <a:ea typeface="Calibri"/>
              <a:cs typeface="Calibri"/>
              <a:sym typeface="Calibri"/>
            </a:endParaRPr>
          </a:p>
        </p:txBody>
      </p:sp>
      <p:sp>
        <p:nvSpPr>
          <p:cNvPr id="445" name="Google Shape;445;p9"/>
          <p:cNvSpPr/>
          <p:nvPr/>
        </p:nvSpPr>
        <p:spPr>
          <a:xfrm>
            <a:off x="0" y="4709010"/>
            <a:ext cx="3451500" cy="159600"/>
          </a:xfrm>
          <a:prstGeom prst="rect">
            <a:avLst/>
          </a:prstGeom>
          <a:solidFill>
            <a:srgbClr val="558ED5"/>
          </a:solidFill>
          <a:ln cap="flat" cmpd="sng" w="9525">
            <a:solidFill>
              <a:srgbClr val="558E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46" name="Google Shape;446;p9"/>
          <p:cNvSpPr/>
          <p:nvPr/>
        </p:nvSpPr>
        <p:spPr>
          <a:xfrm rot="5400000">
            <a:off x="3195219" y="3216088"/>
            <a:ext cx="2077800" cy="159600"/>
          </a:xfrm>
          <a:prstGeom prst="rect">
            <a:avLst/>
          </a:prstGeom>
          <a:solidFill>
            <a:srgbClr val="558ED5"/>
          </a:solidFill>
          <a:ln cap="flat" cmpd="sng" w="9525">
            <a:solidFill>
              <a:srgbClr val="558E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47" name="Google Shape;447;p9"/>
          <p:cNvSpPr txBox="1"/>
          <p:nvPr>
            <p:ph idx="12" type="sldNum"/>
          </p:nvPr>
        </p:nvSpPr>
        <p:spPr>
          <a:xfrm>
            <a:off x="7876600" y="47499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10"/>
          <p:cNvSpPr/>
          <p:nvPr/>
        </p:nvSpPr>
        <p:spPr>
          <a:xfrm flipH="1">
            <a:off x="8122925" y="-100"/>
            <a:ext cx="713400" cy="6267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53" name="Google Shape;453;p10"/>
          <p:cNvSpPr txBox="1"/>
          <p:nvPr/>
        </p:nvSpPr>
        <p:spPr>
          <a:xfrm flipH="1">
            <a:off x="1900727" y="281475"/>
            <a:ext cx="7021200" cy="415500"/>
          </a:xfrm>
          <a:prstGeom prst="rect">
            <a:avLst/>
          </a:prstGeom>
          <a:noFill/>
          <a:ln>
            <a:noFill/>
          </a:ln>
        </p:spPr>
        <p:txBody>
          <a:bodyPr anchorCtr="0" anchor="t" bIns="17100" lIns="34225" spcFirstLastPara="1" rIns="34225" wrap="square" tIns="17100">
            <a:noAutofit/>
          </a:bodyPr>
          <a:lstStyle/>
          <a:p>
            <a:pPr indent="0" lvl="0" marL="0" marR="0" rtl="0" algn="r">
              <a:lnSpc>
                <a:spcPct val="100000"/>
              </a:lnSpc>
              <a:spcBef>
                <a:spcPts val="0"/>
              </a:spcBef>
              <a:spcAft>
                <a:spcPts val="0"/>
              </a:spcAft>
              <a:buClr>
                <a:srgbClr val="3C78D8"/>
              </a:buClr>
              <a:buSzPts val="2500"/>
              <a:buFont typeface="Montserrat"/>
              <a:buNone/>
            </a:pPr>
            <a:r>
              <a:rPr b="1" i="0" lang="en" sz="2500" u="none" cap="none" strike="noStrike">
                <a:solidFill>
                  <a:srgbClr val="558ED5"/>
                </a:solidFill>
                <a:latin typeface="Montserrat"/>
                <a:ea typeface="Montserrat"/>
                <a:cs typeface="Montserrat"/>
                <a:sym typeface="Montserrat"/>
              </a:rPr>
              <a:t>PROPOSITION DE VALEUR UNIQUE</a:t>
            </a:r>
            <a:endParaRPr b="1" i="0" sz="2500" u="none" cap="none" strike="noStrike">
              <a:solidFill>
                <a:srgbClr val="558ED5"/>
              </a:solidFill>
              <a:latin typeface="Montserrat"/>
              <a:ea typeface="Montserrat"/>
              <a:cs typeface="Montserrat"/>
              <a:sym typeface="Montserrat"/>
            </a:endParaRPr>
          </a:p>
        </p:txBody>
      </p:sp>
      <p:pic>
        <p:nvPicPr>
          <p:cNvPr id="454" name="Google Shape;454;p10"/>
          <p:cNvPicPr preferRelativeResize="0"/>
          <p:nvPr/>
        </p:nvPicPr>
        <p:blipFill rotWithShape="1">
          <a:blip r:embed="rId3">
            <a:alphaModFix/>
          </a:blip>
          <a:srcRect b="0" l="0" r="0" t="0"/>
          <a:stretch/>
        </p:blipFill>
        <p:spPr>
          <a:xfrm>
            <a:off x="0" y="1129080"/>
            <a:ext cx="9143999" cy="2159514"/>
          </a:xfrm>
          <a:prstGeom prst="rect">
            <a:avLst/>
          </a:prstGeom>
          <a:noFill/>
          <a:ln>
            <a:noFill/>
          </a:ln>
        </p:spPr>
      </p:pic>
      <p:sp>
        <p:nvSpPr>
          <p:cNvPr id="455" name="Google Shape;455;p10"/>
          <p:cNvSpPr txBox="1"/>
          <p:nvPr/>
        </p:nvSpPr>
        <p:spPr>
          <a:xfrm flipH="1">
            <a:off x="1901600" y="696975"/>
            <a:ext cx="7021200" cy="346200"/>
          </a:xfrm>
          <a:prstGeom prst="rect">
            <a:avLst/>
          </a:prstGeom>
          <a:noFill/>
          <a:ln>
            <a:noFill/>
          </a:ln>
        </p:spPr>
        <p:txBody>
          <a:bodyPr anchorCtr="0" anchor="t" bIns="17100" lIns="34225" spcFirstLastPara="1" rIns="34225" wrap="square" tIns="17100">
            <a:noAutofit/>
          </a:bodyPr>
          <a:lstStyle/>
          <a:p>
            <a:pPr indent="0" lvl="0" marL="0" marR="0" rtl="0" algn="r">
              <a:lnSpc>
                <a:spcPct val="150000"/>
              </a:lnSpc>
              <a:spcBef>
                <a:spcPts val="0"/>
              </a:spcBef>
              <a:spcAft>
                <a:spcPts val="0"/>
              </a:spcAft>
              <a:buClr>
                <a:srgbClr val="999999"/>
              </a:buClr>
              <a:buSzPts val="1100"/>
              <a:buFont typeface="Calibri"/>
              <a:buNone/>
            </a:pPr>
            <a:r>
              <a:rPr b="1" i="0" lang="en" sz="1200" u="none" cap="none" strike="noStrike">
                <a:solidFill>
                  <a:srgbClr val="999999"/>
                </a:solidFill>
                <a:latin typeface="Calibri"/>
                <a:ea typeface="Calibri"/>
                <a:cs typeface="Calibri"/>
                <a:sym typeface="Calibri"/>
              </a:rPr>
              <a:t>La valeur que nous créons et que nous apportons à notre marché cible</a:t>
            </a:r>
            <a:endParaRPr b="1" i="0" sz="1200" u="none" cap="none" strike="noStrike">
              <a:solidFill>
                <a:srgbClr val="999999"/>
              </a:solidFill>
              <a:latin typeface="Calibri"/>
              <a:ea typeface="Calibri"/>
              <a:cs typeface="Calibri"/>
              <a:sym typeface="Calibri"/>
            </a:endParaRPr>
          </a:p>
        </p:txBody>
      </p:sp>
      <p:sp>
        <p:nvSpPr>
          <p:cNvPr id="456" name="Google Shape;456;p10"/>
          <p:cNvSpPr/>
          <p:nvPr/>
        </p:nvSpPr>
        <p:spPr>
          <a:xfrm>
            <a:off x="0" y="-100"/>
            <a:ext cx="6784200" cy="5143500"/>
          </a:xfrm>
          <a:prstGeom prst="rtTriangle">
            <a:avLst/>
          </a:prstGeom>
          <a:solidFill>
            <a:srgbClr val="558ED5">
              <a:alpha val="64705"/>
            </a:srgbClr>
          </a:solidFill>
          <a:ln>
            <a:noFill/>
          </a:ln>
          <a:effectLst>
            <a:outerShdw blurRad="185738" rotWithShape="0" algn="bl" dir="15660000" dist="19050">
              <a:srgbClr val="000000">
                <a:alpha val="2078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57" name="Google Shape;457;p10"/>
          <p:cNvSpPr/>
          <p:nvPr/>
        </p:nvSpPr>
        <p:spPr>
          <a:xfrm flipH="1">
            <a:off x="3362700" y="2990550"/>
            <a:ext cx="5781300" cy="290700"/>
          </a:xfrm>
          <a:prstGeom prst="rect">
            <a:avLst/>
          </a:prstGeom>
          <a:solidFill>
            <a:srgbClr val="558ED5">
              <a:alpha val="6470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id="458" name="Google Shape;458;p10"/>
          <p:cNvPicPr preferRelativeResize="0"/>
          <p:nvPr/>
        </p:nvPicPr>
        <p:blipFill rotWithShape="1">
          <a:blip r:embed="rId4">
            <a:alphaModFix/>
          </a:blip>
          <a:srcRect b="0" l="0" r="0" t="0"/>
          <a:stretch/>
        </p:blipFill>
        <p:spPr>
          <a:xfrm flipH="1">
            <a:off x="199078" y="2793525"/>
            <a:ext cx="2741624" cy="2349976"/>
          </a:xfrm>
          <a:prstGeom prst="rect">
            <a:avLst/>
          </a:prstGeom>
          <a:noFill/>
          <a:ln>
            <a:noFill/>
          </a:ln>
        </p:spPr>
      </p:pic>
      <p:sp>
        <p:nvSpPr>
          <p:cNvPr id="459" name="Google Shape;459;p10"/>
          <p:cNvSpPr/>
          <p:nvPr/>
        </p:nvSpPr>
        <p:spPr>
          <a:xfrm>
            <a:off x="0" y="470493"/>
            <a:ext cx="6102000" cy="4662600"/>
          </a:xfrm>
          <a:prstGeom prst="rtTriangle">
            <a:avLst/>
          </a:prstGeom>
          <a:solidFill>
            <a:srgbClr val="FFFFFF"/>
          </a:solidFill>
          <a:ln>
            <a:noFill/>
          </a:ln>
          <a:effectLst>
            <a:outerShdw blurRad="185738" rotWithShape="0" algn="bl" dir="6720000" dist="19050">
              <a:srgbClr val="000000">
                <a:alpha val="2078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0" name="Google Shape;460;p10"/>
          <p:cNvSpPr/>
          <p:nvPr/>
        </p:nvSpPr>
        <p:spPr>
          <a:xfrm flipH="1">
            <a:off x="1733100" y="1778850"/>
            <a:ext cx="659700" cy="659700"/>
          </a:xfrm>
          <a:prstGeom prst="ellipse">
            <a:avLst/>
          </a:prstGeom>
          <a:solidFill>
            <a:srgbClr val="FFFFFF"/>
          </a:solidFill>
          <a:ln cap="flat" cmpd="sng" w="9525">
            <a:solidFill>
              <a:srgbClr val="558ED5"/>
            </a:solidFill>
            <a:prstDash val="solid"/>
            <a:round/>
            <a:headEnd len="sm" w="sm" type="none"/>
            <a:tailEnd len="sm" w="sm" type="none"/>
          </a:ln>
          <a:effectLst>
            <a:outerShdw blurRad="57150" rotWithShape="0" algn="bl" dir="5400000" dist="19050">
              <a:srgbClr val="000000">
                <a:alpha val="1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1" name="Google Shape;461;p10"/>
          <p:cNvSpPr/>
          <p:nvPr/>
        </p:nvSpPr>
        <p:spPr>
          <a:xfrm flipH="1">
            <a:off x="2802375" y="2571750"/>
            <a:ext cx="659700" cy="659700"/>
          </a:xfrm>
          <a:prstGeom prst="ellipse">
            <a:avLst/>
          </a:prstGeom>
          <a:solidFill>
            <a:srgbClr val="FFFFFF"/>
          </a:solidFill>
          <a:ln cap="flat" cmpd="sng" w="9525">
            <a:solidFill>
              <a:srgbClr val="558ED5"/>
            </a:solidFill>
            <a:prstDash val="solid"/>
            <a:round/>
            <a:headEnd len="sm" w="sm" type="none"/>
            <a:tailEnd len="sm" w="sm" type="none"/>
          </a:ln>
          <a:effectLst>
            <a:outerShdw blurRad="57150" rotWithShape="0" algn="bl" dir="5400000" dist="19050">
              <a:srgbClr val="000000">
                <a:alpha val="1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2" name="Google Shape;462;p10"/>
          <p:cNvSpPr/>
          <p:nvPr/>
        </p:nvSpPr>
        <p:spPr>
          <a:xfrm flipH="1">
            <a:off x="3899400" y="3374500"/>
            <a:ext cx="659700" cy="659700"/>
          </a:xfrm>
          <a:prstGeom prst="ellipse">
            <a:avLst/>
          </a:prstGeom>
          <a:solidFill>
            <a:srgbClr val="FFFFFF"/>
          </a:solidFill>
          <a:ln cap="flat" cmpd="sng" w="9525">
            <a:solidFill>
              <a:srgbClr val="558ED5"/>
            </a:solidFill>
            <a:prstDash val="solid"/>
            <a:round/>
            <a:headEnd len="sm" w="sm" type="none"/>
            <a:tailEnd len="sm" w="sm" type="none"/>
          </a:ln>
          <a:effectLst>
            <a:outerShdw blurRad="57150" rotWithShape="0" algn="bl" dir="5400000" dist="19050">
              <a:srgbClr val="000000">
                <a:alpha val="1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3" name="Google Shape;463;p10"/>
          <p:cNvSpPr txBox="1"/>
          <p:nvPr/>
        </p:nvSpPr>
        <p:spPr>
          <a:xfrm flipH="1">
            <a:off x="92475" y="1846438"/>
            <a:ext cx="1483876" cy="72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666666"/>
              </a:buClr>
              <a:buSzPts val="1200"/>
              <a:buFont typeface="Calibri"/>
              <a:buNone/>
            </a:pPr>
            <a:r>
              <a:rPr b="1" i="0" lang="en" sz="1200" u="none" cap="none" strike="noStrike">
                <a:solidFill>
                  <a:srgbClr val="666666"/>
                </a:solidFill>
                <a:latin typeface="Calibri"/>
                <a:ea typeface="Calibri"/>
                <a:cs typeface="Calibri"/>
                <a:sym typeface="Calibri"/>
              </a:rPr>
              <a:t>Adaptabilité: </a:t>
            </a:r>
            <a:br>
              <a:rPr b="1" i="0" lang="en" sz="1200" u="none" cap="none" strike="noStrike">
                <a:solidFill>
                  <a:srgbClr val="666666"/>
                </a:solidFill>
                <a:latin typeface="Calibri"/>
                <a:ea typeface="Calibri"/>
                <a:cs typeface="Calibri"/>
                <a:sym typeface="Calibri"/>
              </a:rPr>
            </a:br>
            <a:r>
              <a:rPr b="0" i="0" lang="en" sz="1200" u="none" cap="none" strike="noStrike">
                <a:solidFill>
                  <a:srgbClr val="666666"/>
                </a:solidFill>
                <a:latin typeface="Calibri"/>
                <a:ea typeface="Calibri"/>
                <a:cs typeface="Calibri"/>
                <a:sym typeface="Calibri"/>
              </a:rPr>
              <a:t>Une solution SaaS personnalisable</a:t>
            </a:r>
            <a:endParaRPr b="0" i="0" sz="1200" u="none" cap="none" strike="noStrike">
              <a:solidFill>
                <a:srgbClr val="666666"/>
              </a:solidFill>
              <a:latin typeface="Calibri"/>
              <a:ea typeface="Calibri"/>
              <a:cs typeface="Calibri"/>
              <a:sym typeface="Calibri"/>
            </a:endParaRPr>
          </a:p>
        </p:txBody>
      </p:sp>
      <p:sp>
        <p:nvSpPr>
          <p:cNvPr id="464" name="Google Shape;464;p10"/>
          <p:cNvSpPr txBox="1"/>
          <p:nvPr/>
        </p:nvSpPr>
        <p:spPr>
          <a:xfrm flipH="1">
            <a:off x="325721" y="2647003"/>
            <a:ext cx="2319898" cy="67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666666"/>
              </a:buClr>
              <a:buSzPts val="1200"/>
              <a:buFont typeface="Calibri"/>
              <a:buNone/>
            </a:pPr>
            <a:r>
              <a:rPr b="1" i="0" lang="en" sz="1200" u="none" cap="none" strike="noStrike">
                <a:solidFill>
                  <a:srgbClr val="666666"/>
                </a:solidFill>
                <a:latin typeface="Calibri"/>
                <a:ea typeface="Calibri"/>
                <a:cs typeface="Calibri"/>
                <a:sym typeface="Calibri"/>
              </a:rPr>
              <a:t>Accessibilité </a:t>
            </a:r>
            <a:r>
              <a:rPr b="0" i="0" lang="en" sz="1200" u="none" cap="none" strike="noStrike">
                <a:solidFill>
                  <a:srgbClr val="666666"/>
                </a:solidFill>
                <a:latin typeface="Calibri"/>
                <a:ea typeface="Calibri"/>
                <a:cs typeface="Calibri"/>
                <a:sym typeface="Calibri"/>
              </a:rPr>
              <a:t>: Un réseau d’experts mobilisables sur votre territoire</a:t>
            </a:r>
            <a:endParaRPr b="0" i="0" sz="1200" u="none" cap="none" strike="noStrike">
              <a:solidFill>
                <a:srgbClr val="666666"/>
              </a:solidFill>
              <a:latin typeface="Calibri"/>
              <a:ea typeface="Calibri"/>
              <a:cs typeface="Calibri"/>
              <a:sym typeface="Calibri"/>
            </a:endParaRPr>
          </a:p>
        </p:txBody>
      </p:sp>
      <p:sp>
        <p:nvSpPr>
          <p:cNvPr id="465" name="Google Shape;465;p10"/>
          <p:cNvSpPr txBox="1"/>
          <p:nvPr/>
        </p:nvSpPr>
        <p:spPr>
          <a:xfrm flipH="1">
            <a:off x="491775" y="3395968"/>
            <a:ext cx="3486000" cy="61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666666"/>
              </a:buClr>
              <a:buSzPts val="1200"/>
              <a:buFont typeface="Calibri"/>
              <a:buNone/>
            </a:pPr>
            <a:r>
              <a:rPr b="1" i="0" lang="en" sz="1200" u="none" cap="none" strike="noStrike">
                <a:solidFill>
                  <a:srgbClr val="666666"/>
                </a:solidFill>
                <a:latin typeface="Calibri"/>
                <a:ea typeface="Calibri"/>
                <a:cs typeface="Calibri"/>
                <a:sym typeface="Calibri"/>
              </a:rPr>
              <a:t>Flexibilité </a:t>
            </a:r>
            <a:r>
              <a:rPr b="0" i="0" lang="en" sz="1200" u="none" cap="none" strike="noStrike">
                <a:solidFill>
                  <a:srgbClr val="666666"/>
                </a:solidFill>
                <a:latin typeface="Calibri"/>
                <a:ea typeface="Calibri"/>
                <a:cs typeface="Calibri"/>
                <a:sym typeface="Calibri"/>
              </a:rPr>
              <a:t>: Un accompagnement dans la mobilisation et la sécurisation de votre financement</a:t>
            </a:r>
            <a:endParaRPr b="0" i="0" sz="1200" u="none" cap="none" strike="noStrike">
              <a:solidFill>
                <a:srgbClr val="666666"/>
              </a:solidFill>
              <a:latin typeface="Calibri"/>
              <a:ea typeface="Calibri"/>
              <a:cs typeface="Calibri"/>
              <a:sym typeface="Calibri"/>
            </a:endParaRPr>
          </a:p>
        </p:txBody>
      </p:sp>
      <p:pic>
        <p:nvPicPr>
          <p:cNvPr id="466" name="Google Shape;466;p10"/>
          <p:cNvPicPr preferRelativeResize="0"/>
          <p:nvPr/>
        </p:nvPicPr>
        <p:blipFill rotWithShape="1">
          <a:blip r:embed="rId5">
            <a:alphaModFix/>
          </a:blip>
          <a:srcRect b="0" l="0" r="0" t="0"/>
          <a:stretch/>
        </p:blipFill>
        <p:spPr>
          <a:xfrm flipH="1">
            <a:off x="4056150" y="3531251"/>
            <a:ext cx="346200" cy="346200"/>
          </a:xfrm>
          <a:prstGeom prst="rect">
            <a:avLst/>
          </a:prstGeom>
          <a:noFill/>
          <a:ln>
            <a:noFill/>
          </a:ln>
        </p:spPr>
      </p:pic>
      <p:pic>
        <p:nvPicPr>
          <p:cNvPr id="467" name="Google Shape;467;p10"/>
          <p:cNvPicPr preferRelativeResize="0"/>
          <p:nvPr/>
        </p:nvPicPr>
        <p:blipFill rotWithShape="1">
          <a:blip r:embed="rId6">
            <a:alphaModFix/>
          </a:blip>
          <a:srcRect b="0" l="0" r="0" t="0"/>
          <a:stretch/>
        </p:blipFill>
        <p:spPr>
          <a:xfrm>
            <a:off x="2959119" y="2727920"/>
            <a:ext cx="346200" cy="347356"/>
          </a:xfrm>
          <a:prstGeom prst="rect">
            <a:avLst/>
          </a:prstGeom>
          <a:noFill/>
          <a:ln>
            <a:noFill/>
          </a:ln>
        </p:spPr>
      </p:pic>
      <p:pic>
        <p:nvPicPr>
          <p:cNvPr id="468" name="Google Shape;468;p10"/>
          <p:cNvPicPr preferRelativeResize="0"/>
          <p:nvPr/>
        </p:nvPicPr>
        <p:blipFill rotWithShape="1">
          <a:blip r:embed="rId7">
            <a:alphaModFix/>
          </a:blip>
          <a:srcRect b="0" l="0" r="0" t="0"/>
          <a:stretch/>
        </p:blipFill>
        <p:spPr>
          <a:xfrm>
            <a:off x="1889851" y="1941681"/>
            <a:ext cx="346200" cy="334032"/>
          </a:xfrm>
          <a:prstGeom prst="rect">
            <a:avLst/>
          </a:prstGeom>
          <a:noFill/>
          <a:ln>
            <a:noFill/>
          </a:ln>
        </p:spPr>
      </p:pic>
      <p:sp>
        <p:nvSpPr>
          <p:cNvPr id="469" name="Google Shape;469;p10"/>
          <p:cNvSpPr txBox="1"/>
          <p:nvPr>
            <p:ph idx="12" type="sldNum"/>
          </p:nvPr>
        </p:nvSpPr>
        <p:spPr>
          <a:xfrm>
            <a:off x="7848575" y="4739493"/>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pic>
        <p:nvPicPr>
          <p:cNvPr id="475" name="Google Shape;475;p11"/>
          <p:cNvPicPr preferRelativeResize="0"/>
          <p:nvPr/>
        </p:nvPicPr>
        <p:blipFill rotWithShape="1">
          <a:blip r:embed="rId3">
            <a:alphaModFix amt="15000"/>
          </a:blip>
          <a:srcRect b="0" l="0" r="0" t="0"/>
          <a:stretch/>
        </p:blipFill>
        <p:spPr>
          <a:xfrm>
            <a:off x="2202988" y="95700"/>
            <a:ext cx="5143500" cy="5143500"/>
          </a:xfrm>
          <a:prstGeom prst="rect">
            <a:avLst/>
          </a:prstGeom>
          <a:noFill/>
          <a:ln>
            <a:noFill/>
          </a:ln>
          <a:effectLst>
            <a:outerShdw blurRad="1270000" rotWithShape="0" algn="ctr" dir="5400000" dist="50800">
              <a:schemeClr val="lt1">
                <a:alpha val="0"/>
              </a:schemeClr>
            </a:outerShdw>
          </a:effectLst>
        </p:spPr>
      </p:pic>
      <p:sp>
        <p:nvSpPr>
          <p:cNvPr id="476" name="Google Shape;476;p11"/>
          <p:cNvSpPr txBox="1"/>
          <p:nvPr>
            <p:ph type="title"/>
          </p:nvPr>
        </p:nvSpPr>
        <p:spPr>
          <a:xfrm>
            <a:off x="604626" y="273844"/>
            <a:ext cx="7886700" cy="99417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300"/>
              <a:buNone/>
            </a:pPr>
            <a:r>
              <a:rPr b="1" lang="en" sz="2500">
                <a:solidFill>
                  <a:srgbClr val="558ED5"/>
                </a:solidFill>
                <a:latin typeface="Montserrat"/>
                <a:ea typeface="Montserrat"/>
                <a:cs typeface="Montserrat"/>
                <a:sym typeface="Montserrat"/>
              </a:rPr>
              <a:t>UNE SOLUTION POUR TOUTES LES PARTIES PRENANTES</a:t>
            </a:r>
            <a:endParaRPr b="1" sz="2500">
              <a:solidFill>
                <a:srgbClr val="558ED5"/>
              </a:solidFill>
              <a:latin typeface="Montserrat"/>
              <a:ea typeface="Montserrat"/>
              <a:cs typeface="Montserrat"/>
              <a:sym typeface="Montserrat"/>
            </a:endParaRPr>
          </a:p>
        </p:txBody>
      </p:sp>
      <p:sp>
        <p:nvSpPr>
          <p:cNvPr id="477" name="Google Shape;477;p11"/>
          <p:cNvSpPr txBox="1"/>
          <p:nvPr>
            <p:ph idx="4" type="body"/>
          </p:nvPr>
        </p:nvSpPr>
        <p:spPr>
          <a:xfrm>
            <a:off x="1114658" y="1476820"/>
            <a:ext cx="6866636" cy="829813"/>
          </a:xfrm>
          <a:prstGeom prst="rect">
            <a:avLst/>
          </a:prstGeom>
          <a:noFill/>
          <a:ln>
            <a:noFill/>
          </a:ln>
        </p:spPr>
        <p:txBody>
          <a:bodyPr anchorCtr="0" anchor="ctr" bIns="45700" lIns="91425" spcFirstLastPara="1" rIns="91425" wrap="square" tIns="45700">
            <a:noAutofit/>
          </a:bodyPr>
          <a:lstStyle/>
          <a:p>
            <a:pPr indent="0" lvl="0" marL="0" rtl="0" algn="ctr">
              <a:lnSpc>
                <a:spcPct val="140000"/>
              </a:lnSpc>
              <a:spcBef>
                <a:spcPts val="750"/>
              </a:spcBef>
              <a:spcAft>
                <a:spcPts val="0"/>
              </a:spcAft>
              <a:buSzPts val="2100"/>
              <a:buNone/>
            </a:pPr>
            <a:r>
              <a:rPr lang="en"/>
              <a:t>Confiance et Transparence des flux financiers </a:t>
            </a:r>
            <a:br>
              <a:rPr lang="en"/>
            </a:br>
            <a:r>
              <a:rPr lang="en"/>
              <a:t>pour les porteurs de projets et les financeurs</a:t>
            </a:r>
            <a:endParaRPr/>
          </a:p>
        </p:txBody>
      </p:sp>
      <p:sp>
        <p:nvSpPr>
          <p:cNvPr id="478" name="Google Shape;478;p1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479" name="Google Shape;479;p11"/>
          <p:cNvSpPr txBox="1"/>
          <p:nvPr>
            <p:ph idx="3" type="body"/>
          </p:nvPr>
        </p:nvSpPr>
        <p:spPr>
          <a:xfrm>
            <a:off x="766468" y="2399322"/>
            <a:ext cx="7563017" cy="2231855"/>
          </a:xfrm>
          <a:prstGeom prst="rect">
            <a:avLst/>
          </a:prstGeom>
          <a:noFill/>
          <a:ln>
            <a:noFill/>
          </a:ln>
        </p:spPr>
        <p:txBody>
          <a:bodyPr anchorCtr="0" anchor="t" bIns="45700" lIns="91425" spcFirstLastPara="1" rIns="91425" wrap="square" tIns="45700">
            <a:noAutofit/>
          </a:bodyPr>
          <a:lstStyle/>
          <a:p>
            <a:pPr indent="0" lvl="0" marL="0" rtl="0" algn="ctr">
              <a:lnSpc>
                <a:spcPct val="125000"/>
              </a:lnSpc>
              <a:spcBef>
                <a:spcPts val="450"/>
              </a:spcBef>
              <a:spcAft>
                <a:spcPts val="0"/>
              </a:spcAft>
              <a:buClr>
                <a:schemeClr val="accent1"/>
              </a:buClr>
              <a:buSzPts val="2100"/>
              <a:buNone/>
            </a:pPr>
            <a:r>
              <a:rPr lang="en" sz="1800">
                <a:solidFill>
                  <a:srgbClr val="3A3838"/>
                </a:solidFill>
              </a:rPr>
              <a:t>Du porteur de projet, aux institutions de financement en passant par les prestataires, BlindTrust permet un contrôle et suivi sécurisé de l'ensemble </a:t>
            </a:r>
            <a:br>
              <a:rPr lang="en" sz="1800">
                <a:solidFill>
                  <a:srgbClr val="3A3838"/>
                </a:solidFill>
              </a:rPr>
            </a:br>
            <a:r>
              <a:rPr lang="en" sz="1800">
                <a:solidFill>
                  <a:srgbClr val="3A3838"/>
                </a:solidFill>
              </a:rPr>
              <a:t>des actions et dépenses</a:t>
            </a:r>
            <a:endParaRPr/>
          </a:p>
          <a:p>
            <a:pPr indent="0" lvl="0" marL="0" rtl="0" algn="ctr">
              <a:lnSpc>
                <a:spcPct val="125000"/>
              </a:lnSpc>
              <a:spcBef>
                <a:spcPts val="450"/>
              </a:spcBef>
              <a:spcAft>
                <a:spcPts val="0"/>
              </a:spcAft>
              <a:buClr>
                <a:schemeClr val="accent1"/>
              </a:buClr>
              <a:buSzPts val="2100"/>
              <a:buNone/>
            </a:pPr>
            <a:r>
              <a:rPr b="1" i="1" lang="en" sz="1800">
                <a:solidFill>
                  <a:schemeClr val="accent1"/>
                </a:solidFill>
              </a:rPr>
              <a:t>Gain de Temps</a:t>
            </a:r>
            <a:endParaRPr/>
          </a:p>
          <a:p>
            <a:pPr indent="0" lvl="0" marL="0" rtl="0" algn="ctr">
              <a:lnSpc>
                <a:spcPct val="125000"/>
              </a:lnSpc>
              <a:spcBef>
                <a:spcPts val="450"/>
              </a:spcBef>
              <a:spcAft>
                <a:spcPts val="0"/>
              </a:spcAft>
              <a:buClr>
                <a:schemeClr val="accent1"/>
              </a:buClr>
              <a:buSzPts val="2100"/>
              <a:buNone/>
            </a:pPr>
            <a:r>
              <a:rPr b="1" i="1" lang="en" sz="1800">
                <a:solidFill>
                  <a:schemeClr val="accent1"/>
                </a:solidFill>
              </a:rPr>
              <a:t>Garantie d’exécution</a:t>
            </a:r>
            <a:endParaRPr/>
          </a:p>
          <a:p>
            <a:pPr indent="0" lvl="0" marL="0" rtl="0" algn="ctr">
              <a:lnSpc>
                <a:spcPct val="125000"/>
              </a:lnSpc>
              <a:spcBef>
                <a:spcPts val="450"/>
              </a:spcBef>
              <a:spcAft>
                <a:spcPts val="0"/>
              </a:spcAft>
              <a:buClr>
                <a:schemeClr val="accent1"/>
              </a:buClr>
              <a:buSzPts val="2100"/>
              <a:buNone/>
            </a:pPr>
            <a:r>
              <a:rPr b="1" i="1" lang="en" sz="1800">
                <a:solidFill>
                  <a:schemeClr val="accent1"/>
                </a:solidFill>
              </a:rPr>
              <a:t>Bonne utilisation des ressources</a:t>
            </a:r>
            <a:endParaRPr/>
          </a:p>
        </p:txBody>
      </p:sp>
      <p:sp>
        <p:nvSpPr>
          <p:cNvPr id="480" name="Google Shape;480;p11"/>
          <p:cNvSpPr txBox="1"/>
          <p:nvPr>
            <p:ph idx="4294967295" type="dt"/>
          </p:nvPr>
        </p:nvSpPr>
        <p:spPr>
          <a:xfrm>
            <a:off x="628650" y="4882640"/>
            <a:ext cx="2057400" cy="27384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solidFill>
                <a:srgbClr val="888888"/>
              </a:solidFill>
            </a:endParaRPr>
          </a:p>
        </p:txBody>
      </p:sp>
      <p:pic>
        <p:nvPicPr>
          <p:cNvPr descr="Check icon" id="481" name="Google Shape;481;p11"/>
          <p:cNvPicPr preferRelativeResize="0"/>
          <p:nvPr/>
        </p:nvPicPr>
        <p:blipFill rotWithShape="1">
          <a:blip r:embed="rId4">
            <a:alphaModFix/>
          </a:blip>
          <a:srcRect b="0" l="0" r="0" t="0"/>
          <a:stretch/>
        </p:blipFill>
        <p:spPr>
          <a:xfrm>
            <a:off x="2283309" y="4290938"/>
            <a:ext cx="432000" cy="432000"/>
          </a:xfrm>
          <a:prstGeom prst="rect">
            <a:avLst/>
          </a:prstGeom>
          <a:noFill/>
          <a:ln>
            <a:noFill/>
          </a:ln>
        </p:spPr>
      </p:pic>
      <p:pic>
        <p:nvPicPr>
          <p:cNvPr descr="Check icon" id="482" name="Google Shape;482;p11"/>
          <p:cNvPicPr preferRelativeResize="0"/>
          <p:nvPr/>
        </p:nvPicPr>
        <p:blipFill rotWithShape="1">
          <a:blip r:embed="rId4">
            <a:alphaModFix/>
          </a:blip>
          <a:srcRect b="0" l="0" r="0" t="0"/>
          <a:stretch/>
        </p:blipFill>
        <p:spPr>
          <a:xfrm>
            <a:off x="3281224" y="3480597"/>
            <a:ext cx="432000" cy="432000"/>
          </a:xfrm>
          <a:prstGeom prst="rect">
            <a:avLst/>
          </a:prstGeom>
          <a:noFill/>
          <a:ln>
            <a:noFill/>
          </a:ln>
        </p:spPr>
      </p:pic>
      <p:pic>
        <p:nvPicPr>
          <p:cNvPr descr="Check icon" id="483" name="Google Shape;483;p11"/>
          <p:cNvPicPr preferRelativeResize="0"/>
          <p:nvPr/>
        </p:nvPicPr>
        <p:blipFill rotWithShape="1">
          <a:blip r:embed="rId4">
            <a:alphaModFix/>
          </a:blip>
          <a:srcRect b="0" l="0" r="0" t="0"/>
          <a:stretch/>
        </p:blipFill>
        <p:spPr>
          <a:xfrm>
            <a:off x="2966331" y="3858937"/>
            <a:ext cx="432000" cy="432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7" name="Shape 487"/>
        <p:cNvGrpSpPr/>
        <p:nvPr/>
      </p:nvGrpSpPr>
      <p:grpSpPr>
        <a:xfrm>
          <a:off x="0" y="0"/>
          <a:ext cx="0" cy="0"/>
          <a:chOff x="0" y="0"/>
          <a:chExt cx="0" cy="0"/>
        </a:xfrm>
      </p:grpSpPr>
      <p:sp>
        <p:nvSpPr>
          <p:cNvPr id="488" name="Google Shape;488;p12"/>
          <p:cNvSpPr/>
          <p:nvPr/>
        </p:nvSpPr>
        <p:spPr>
          <a:xfrm>
            <a:off x="657421"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chemeClr val="dk1"/>
              </a:buClr>
              <a:buSzPts val="3600"/>
              <a:buFont typeface="Calibri"/>
              <a:buNone/>
            </a:pPr>
            <a:r>
              <a:t/>
            </a:r>
            <a:endParaRPr b="0" i="0" sz="3600" u="none" cap="none" strike="noStrike">
              <a:solidFill>
                <a:srgbClr val="FFFFFF"/>
              </a:solidFill>
              <a:latin typeface="Montserrat Light"/>
              <a:ea typeface="Montserrat Light"/>
              <a:cs typeface="Montserrat Light"/>
              <a:sym typeface="Montserrat Light"/>
            </a:endParaRPr>
          </a:p>
        </p:txBody>
      </p:sp>
      <p:sp>
        <p:nvSpPr>
          <p:cNvPr id="489" name="Google Shape;489;p12"/>
          <p:cNvSpPr/>
          <p:nvPr/>
        </p:nvSpPr>
        <p:spPr>
          <a:xfrm>
            <a:off x="196228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490" name="Google Shape;490;p12"/>
          <p:cNvSpPr/>
          <p:nvPr/>
        </p:nvSpPr>
        <p:spPr>
          <a:xfrm>
            <a:off x="3267140" y="95700"/>
            <a:ext cx="1305000" cy="120300"/>
          </a:xfrm>
          <a:prstGeom prst="chevron">
            <a:avLst>
              <a:gd fmla="val 65738" name="adj"/>
            </a:avLst>
          </a:prstGeom>
          <a:solidFill>
            <a:srgbClr val="6C9DEA"/>
          </a:solidFill>
          <a:ln>
            <a:noFill/>
          </a:ln>
          <a:effectLst>
            <a:outerShdw blurRad="57150" rotWithShape="0" algn="bl" dir="5520000" dist="19050">
              <a:srgbClr val="000000">
                <a:alpha val="20000"/>
              </a:srgbClr>
            </a:outerShdw>
          </a:effectLst>
        </p:spPr>
        <p:txBody>
          <a:bodyPr anchorCtr="0" anchor="ctr" bIns="47900" lIns="448800" spcFirstLastPara="1" rIns="353000" wrap="square" tIns="47900">
            <a:noAutofit/>
          </a:bodyPr>
          <a:lstStyle/>
          <a:p>
            <a:pPr indent="0" lvl="0" marL="0" marR="0" rtl="0" algn="l">
              <a:lnSpc>
                <a:spcPct val="100000"/>
              </a:lnSpc>
              <a:spcBef>
                <a:spcPts val="0"/>
              </a:spcBef>
              <a:spcAft>
                <a:spcPts val="0"/>
              </a:spcAft>
              <a:buClr>
                <a:schemeClr val="dk1"/>
              </a:buClr>
              <a:buSzPts val="1800"/>
              <a:buFont typeface="Calibri"/>
              <a:buNone/>
            </a:pPr>
            <a:r>
              <a:rPr b="0" i="0" lang="en"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491" name="Google Shape;491;p12"/>
          <p:cNvSpPr/>
          <p:nvPr/>
        </p:nvSpPr>
        <p:spPr>
          <a:xfrm>
            <a:off x="457200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492" name="Google Shape;492;p12"/>
          <p:cNvSpPr/>
          <p:nvPr/>
        </p:nvSpPr>
        <p:spPr>
          <a:xfrm>
            <a:off x="587686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500" u="none" cap="none" strike="noStrike">
              <a:solidFill>
                <a:schemeClr val="dk1"/>
              </a:solidFill>
              <a:latin typeface="Calibri"/>
              <a:ea typeface="Calibri"/>
              <a:cs typeface="Calibri"/>
              <a:sym typeface="Calibri"/>
            </a:endParaRPr>
          </a:p>
        </p:txBody>
      </p:sp>
      <p:grpSp>
        <p:nvGrpSpPr>
          <p:cNvPr id="493" name="Google Shape;493;p12"/>
          <p:cNvGrpSpPr/>
          <p:nvPr/>
        </p:nvGrpSpPr>
        <p:grpSpPr>
          <a:xfrm>
            <a:off x="334801" y="762275"/>
            <a:ext cx="8245673" cy="3732401"/>
            <a:chOff x="334801" y="762275"/>
            <a:chExt cx="8245673" cy="3732401"/>
          </a:xfrm>
        </p:grpSpPr>
        <p:sp>
          <p:nvSpPr>
            <p:cNvPr id="494" name="Google Shape;494;p12"/>
            <p:cNvSpPr txBox="1"/>
            <p:nvPr/>
          </p:nvSpPr>
          <p:spPr>
            <a:xfrm>
              <a:off x="658600" y="762275"/>
              <a:ext cx="7827000" cy="415500"/>
            </a:xfrm>
            <a:prstGeom prst="rect">
              <a:avLst/>
            </a:prstGeom>
            <a:noFill/>
            <a:ln>
              <a:noFill/>
            </a:ln>
          </p:spPr>
          <p:txBody>
            <a:bodyPr anchorCtr="0" anchor="t" bIns="17100" lIns="34225" spcFirstLastPara="1" rIns="34225" wrap="square" tIns="17100">
              <a:noAutofit/>
            </a:bodyPr>
            <a:lstStyle/>
            <a:p>
              <a:pPr indent="0" lvl="0" marL="0" marR="0" rtl="0" algn="ctr">
                <a:lnSpc>
                  <a:spcPct val="100000"/>
                </a:lnSpc>
                <a:spcBef>
                  <a:spcPts val="0"/>
                </a:spcBef>
                <a:spcAft>
                  <a:spcPts val="0"/>
                </a:spcAft>
                <a:buClr>
                  <a:srgbClr val="3C78D8"/>
                </a:buClr>
                <a:buSzPts val="2500"/>
                <a:buFont typeface="Montserrat"/>
                <a:buNone/>
              </a:pPr>
              <a:r>
                <a:rPr b="1" i="0" lang="en" sz="2500" u="none" cap="none" strike="noStrike">
                  <a:solidFill>
                    <a:srgbClr val="3C78D8"/>
                  </a:solidFill>
                  <a:latin typeface="Montserrat"/>
                  <a:ea typeface="Montserrat"/>
                  <a:cs typeface="Montserrat"/>
                  <a:sym typeface="Montserrat"/>
                </a:rPr>
                <a:t>SEGMENTS DE MARCHÉ</a:t>
              </a:r>
              <a:endParaRPr b="1" i="0" sz="2500" u="none" cap="none" strike="noStrike">
                <a:solidFill>
                  <a:srgbClr val="3C78D8"/>
                </a:solidFill>
                <a:latin typeface="Montserrat"/>
                <a:ea typeface="Montserrat"/>
                <a:cs typeface="Montserrat"/>
                <a:sym typeface="Montserrat"/>
              </a:endParaRPr>
            </a:p>
          </p:txBody>
        </p:sp>
        <p:sp>
          <p:nvSpPr>
            <p:cNvPr id="495" name="Google Shape;495;p12"/>
            <p:cNvSpPr txBox="1"/>
            <p:nvPr/>
          </p:nvSpPr>
          <p:spPr>
            <a:xfrm>
              <a:off x="657420" y="1177775"/>
              <a:ext cx="7827000" cy="346200"/>
            </a:xfrm>
            <a:prstGeom prst="rect">
              <a:avLst/>
            </a:prstGeom>
            <a:noFill/>
            <a:ln>
              <a:noFill/>
            </a:ln>
          </p:spPr>
          <p:txBody>
            <a:bodyPr anchorCtr="0" anchor="t" bIns="17100" lIns="34225" spcFirstLastPara="1" rIns="34225" wrap="square" tIns="17100">
              <a:noAutofit/>
            </a:bodyPr>
            <a:lstStyle/>
            <a:p>
              <a:pPr indent="0" lvl="0" marL="0" marR="0" rtl="0" algn="ctr">
                <a:lnSpc>
                  <a:spcPct val="150000"/>
                </a:lnSpc>
                <a:spcBef>
                  <a:spcPts val="0"/>
                </a:spcBef>
                <a:spcAft>
                  <a:spcPts val="0"/>
                </a:spcAft>
                <a:buClr>
                  <a:srgbClr val="999999"/>
                </a:buClr>
                <a:buSzPts val="1100"/>
                <a:buFont typeface="Calibri"/>
                <a:buNone/>
              </a:pPr>
              <a:r>
                <a:rPr b="1" i="0" lang="en" sz="1200" u="none" cap="none" strike="noStrike">
                  <a:solidFill>
                    <a:srgbClr val="999999"/>
                  </a:solidFill>
                  <a:latin typeface="Calibri"/>
                  <a:ea typeface="Calibri"/>
                  <a:cs typeface="Calibri"/>
                  <a:sym typeface="Calibri"/>
                </a:rPr>
                <a:t>Un marché à fort potentiel</a:t>
              </a:r>
              <a:endParaRPr b="1" i="0" sz="1200" u="none" cap="none" strike="noStrike">
                <a:solidFill>
                  <a:srgbClr val="999999"/>
                </a:solidFill>
                <a:latin typeface="Calibri"/>
                <a:ea typeface="Calibri"/>
                <a:cs typeface="Calibri"/>
                <a:sym typeface="Calibri"/>
              </a:endParaRPr>
            </a:p>
          </p:txBody>
        </p:sp>
        <p:sp>
          <p:nvSpPr>
            <p:cNvPr id="496" name="Google Shape;496;p12"/>
            <p:cNvSpPr/>
            <p:nvPr/>
          </p:nvSpPr>
          <p:spPr>
            <a:xfrm>
              <a:off x="900125" y="1766234"/>
              <a:ext cx="2153341" cy="888418"/>
            </a:xfrm>
            <a:custGeom>
              <a:rect b="b" l="l" r="r" t="t"/>
              <a:pathLst>
                <a:path extrusionOk="0" h="1076" w="2608">
                  <a:moveTo>
                    <a:pt x="456" y="1076"/>
                  </a:moveTo>
                  <a:cubicBezTo>
                    <a:pt x="0" y="907"/>
                    <a:pt x="0" y="907"/>
                    <a:pt x="0" y="907"/>
                  </a:cubicBezTo>
                  <a:cubicBezTo>
                    <a:pt x="202" y="362"/>
                    <a:pt x="723" y="0"/>
                    <a:pt x="1304" y="0"/>
                  </a:cubicBezTo>
                  <a:cubicBezTo>
                    <a:pt x="1886" y="0"/>
                    <a:pt x="2406" y="362"/>
                    <a:pt x="2608" y="907"/>
                  </a:cubicBezTo>
                  <a:cubicBezTo>
                    <a:pt x="2153" y="1076"/>
                    <a:pt x="2153" y="1076"/>
                    <a:pt x="2153" y="1076"/>
                  </a:cubicBezTo>
                  <a:cubicBezTo>
                    <a:pt x="2025" y="732"/>
                    <a:pt x="1693" y="487"/>
                    <a:pt x="1304" y="487"/>
                  </a:cubicBezTo>
                  <a:cubicBezTo>
                    <a:pt x="915" y="487"/>
                    <a:pt x="584" y="732"/>
                    <a:pt x="456" y="1076"/>
                  </a:cubicBezTo>
                  <a:close/>
                </a:path>
              </a:pathLst>
            </a:custGeom>
            <a:solidFill>
              <a:srgbClr val="F2F2F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272727"/>
                </a:solidFill>
                <a:latin typeface="Lato Light"/>
                <a:ea typeface="Lato Light"/>
                <a:cs typeface="Lato Light"/>
                <a:sym typeface="Lato Light"/>
              </a:endParaRPr>
            </a:p>
          </p:txBody>
        </p:sp>
        <p:sp>
          <p:nvSpPr>
            <p:cNvPr id="497" name="Google Shape;497;p12"/>
            <p:cNvSpPr/>
            <p:nvPr/>
          </p:nvSpPr>
          <p:spPr>
            <a:xfrm>
              <a:off x="2412934" y="3155125"/>
              <a:ext cx="904481" cy="797399"/>
            </a:xfrm>
            <a:custGeom>
              <a:rect b="b" l="l" r="r" t="t"/>
              <a:pathLst>
                <a:path extrusionOk="0" h="965" w="1095">
                  <a:moveTo>
                    <a:pt x="708" y="363"/>
                  </a:moveTo>
                  <a:cubicBezTo>
                    <a:pt x="915" y="514"/>
                    <a:pt x="915" y="514"/>
                    <a:pt x="915" y="514"/>
                  </a:cubicBezTo>
                  <a:cubicBezTo>
                    <a:pt x="1017" y="376"/>
                    <a:pt x="1017" y="376"/>
                    <a:pt x="1017" y="376"/>
                  </a:cubicBezTo>
                  <a:cubicBezTo>
                    <a:pt x="1043" y="547"/>
                    <a:pt x="1069" y="715"/>
                    <a:pt x="1095" y="887"/>
                  </a:cubicBezTo>
                  <a:cubicBezTo>
                    <a:pt x="924" y="913"/>
                    <a:pt x="756" y="939"/>
                    <a:pt x="584" y="965"/>
                  </a:cubicBezTo>
                  <a:cubicBezTo>
                    <a:pt x="686" y="826"/>
                    <a:pt x="686" y="826"/>
                    <a:pt x="686" y="826"/>
                  </a:cubicBezTo>
                  <a:cubicBezTo>
                    <a:pt x="483" y="678"/>
                    <a:pt x="483" y="678"/>
                    <a:pt x="483" y="678"/>
                  </a:cubicBezTo>
                  <a:cubicBezTo>
                    <a:pt x="422" y="742"/>
                    <a:pt x="355" y="801"/>
                    <a:pt x="282" y="853"/>
                  </a:cubicBezTo>
                  <a:cubicBezTo>
                    <a:pt x="0" y="457"/>
                    <a:pt x="0" y="457"/>
                    <a:pt x="0" y="457"/>
                  </a:cubicBezTo>
                  <a:cubicBezTo>
                    <a:pt x="155" y="346"/>
                    <a:pt x="274" y="186"/>
                    <a:pt x="335" y="0"/>
                  </a:cubicBezTo>
                  <a:cubicBezTo>
                    <a:pt x="797" y="151"/>
                    <a:pt x="797" y="151"/>
                    <a:pt x="797" y="151"/>
                  </a:cubicBezTo>
                  <a:cubicBezTo>
                    <a:pt x="773" y="224"/>
                    <a:pt x="743" y="295"/>
                    <a:pt x="708" y="363"/>
                  </a:cubicBezTo>
                  <a:close/>
                </a:path>
              </a:pathLst>
            </a:custGeom>
            <a:solidFill>
              <a:srgbClr val="0B539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272727"/>
                </a:solidFill>
                <a:latin typeface="Lato Light"/>
                <a:ea typeface="Lato Light"/>
                <a:cs typeface="Lato Light"/>
                <a:sym typeface="Lato Light"/>
              </a:endParaRPr>
            </a:p>
          </p:txBody>
        </p:sp>
        <p:sp>
          <p:nvSpPr>
            <p:cNvPr id="498" name="Google Shape;498;p12"/>
            <p:cNvSpPr/>
            <p:nvPr/>
          </p:nvSpPr>
          <p:spPr>
            <a:xfrm>
              <a:off x="1978505" y="3533048"/>
              <a:ext cx="709534" cy="954704"/>
            </a:xfrm>
            <a:custGeom>
              <a:rect b="b" l="l" r="r" t="t"/>
              <a:pathLst>
                <a:path extrusionOk="0" h="1157" w="859">
                  <a:moveTo>
                    <a:pt x="619" y="509"/>
                  </a:moveTo>
                  <a:cubicBezTo>
                    <a:pt x="695" y="750"/>
                    <a:pt x="695" y="750"/>
                    <a:pt x="695" y="750"/>
                  </a:cubicBezTo>
                  <a:cubicBezTo>
                    <a:pt x="859" y="698"/>
                    <a:pt x="859" y="698"/>
                    <a:pt x="859" y="698"/>
                  </a:cubicBezTo>
                  <a:cubicBezTo>
                    <a:pt x="779" y="852"/>
                    <a:pt x="700" y="1003"/>
                    <a:pt x="620" y="1157"/>
                  </a:cubicBezTo>
                  <a:cubicBezTo>
                    <a:pt x="466" y="1077"/>
                    <a:pt x="315" y="998"/>
                    <a:pt x="162" y="918"/>
                  </a:cubicBezTo>
                  <a:cubicBezTo>
                    <a:pt x="326" y="866"/>
                    <a:pt x="326" y="866"/>
                    <a:pt x="326" y="866"/>
                  </a:cubicBezTo>
                  <a:cubicBezTo>
                    <a:pt x="252" y="631"/>
                    <a:pt x="252" y="631"/>
                    <a:pt x="252" y="631"/>
                  </a:cubicBezTo>
                  <a:cubicBezTo>
                    <a:pt x="169" y="646"/>
                    <a:pt x="85" y="654"/>
                    <a:pt x="0" y="654"/>
                  </a:cubicBezTo>
                  <a:cubicBezTo>
                    <a:pt x="0" y="168"/>
                    <a:pt x="0" y="168"/>
                    <a:pt x="0" y="168"/>
                  </a:cubicBezTo>
                  <a:cubicBezTo>
                    <a:pt x="196" y="168"/>
                    <a:pt x="377" y="106"/>
                    <a:pt x="526" y="0"/>
                  </a:cubicBezTo>
                  <a:cubicBezTo>
                    <a:pt x="808" y="396"/>
                    <a:pt x="808" y="396"/>
                    <a:pt x="808" y="396"/>
                  </a:cubicBezTo>
                  <a:cubicBezTo>
                    <a:pt x="748" y="439"/>
                    <a:pt x="685" y="476"/>
                    <a:pt x="619" y="509"/>
                  </a:cubicBezTo>
                  <a:close/>
                </a:path>
              </a:pathLst>
            </a:custGeom>
            <a:solidFill>
              <a:srgbClr val="4A86E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272727"/>
                </a:solidFill>
                <a:latin typeface="Lato Light"/>
                <a:ea typeface="Lato Light"/>
                <a:cs typeface="Lato Light"/>
                <a:sym typeface="Lato Light"/>
              </a:endParaRPr>
            </a:p>
          </p:txBody>
        </p:sp>
        <p:sp>
          <p:nvSpPr>
            <p:cNvPr id="499" name="Google Shape;499;p12"/>
            <p:cNvSpPr/>
            <p:nvPr/>
          </p:nvSpPr>
          <p:spPr>
            <a:xfrm>
              <a:off x="667302" y="3155125"/>
              <a:ext cx="882713" cy="804324"/>
            </a:xfrm>
            <a:custGeom>
              <a:rect b="b" l="l" r="r" t="t"/>
              <a:pathLst>
                <a:path extrusionOk="0" h="974" w="1069">
                  <a:moveTo>
                    <a:pt x="367" y="386"/>
                  </a:moveTo>
                  <a:cubicBezTo>
                    <a:pt x="180" y="523"/>
                    <a:pt x="180" y="523"/>
                    <a:pt x="180" y="523"/>
                  </a:cubicBezTo>
                  <a:cubicBezTo>
                    <a:pt x="79" y="384"/>
                    <a:pt x="79" y="384"/>
                    <a:pt x="79" y="384"/>
                  </a:cubicBezTo>
                  <a:cubicBezTo>
                    <a:pt x="52" y="556"/>
                    <a:pt x="26" y="724"/>
                    <a:pt x="0" y="895"/>
                  </a:cubicBezTo>
                  <a:cubicBezTo>
                    <a:pt x="172" y="922"/>
                    <a:pt x="340" y="947"/>
                    <a:pt x="511" y="974"/>
                  </a:cubicBezTo>
                  <a:cubicBezTo>
                    <a:pt x="409" y="835"/>
                    <a:pt x="409" y="835"/>
                    <a:pt x="409" y="835"/>
                  </a:cubicBezTo>
                  <a:cubicBezTo>
                    <a:pt x="597" y="697"/>
                    <a:pt x="597" y="697"/>
                    <a:pt x="597" y="697"/>
                  </a:cubicBezTo>
                  <a:cubicBezTo>
                    <a:pt x="657" y="757"/>
                    <a:pt x="721" y="811"/>
                    <a:pt x="791" y="860"/>
                  </a:cubicBezTo>
                  <a:cubicBezTo>
                    <a:pt x="1069" y="462"/>
                    <a:pt x="1069" y="462"/>
                    <a:pt x="1069" y="462"/>
                  </a:cubicBezTo>
                  <a:cubicBezTo>
                    <a:pt x="910" y="350"/>
                    <a:pt x="789" y="189"/>
                    <a:pt x="728" y="0"/>
                  </a:cubicBezTo>
                  <a:cubicBezTo>
                    <a:pt x="265" y="151"/>
                    <a:pt x="265" y="151"/>
                    <a:pt x="265" y="151"/>
                  </a:cubicBezTo>
                  <a:cubicBezTo>
                    <a:pt x="292" y="233"/>
                    <a:pt x="326" y="311"/>
                    <a:pt x="367" y="386"/>
                  </a:cubicBezTo>
                  <a:close/>
                </a:path>
              </a:pathLst>
            </a:custGeom>
            <a:solidFill>
              <a:srgbClr val="C9DAF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272727"/>
                </a:solidFill>
                <a:latin typeface="Lato Light"/>
                <a:ea typeface="Lato Light"/>
                <a:cs typeface="Lato Light"/>
                <a:sym typeface="Lato Light"/>
              </a:endParaRPr>
            </a:p>
          </p:txBody>
        </p:sp>
        <p:sp>
          <p:nvSpPr>
            <p:cNvPr id="500" name="Google Shape;500;p12"/>
            <p:cNvSpPr/>
            <p:nvPr/>
          </p:nvSpPr>
          <p:spPr>
            <a:xfrm>
              <a:off x="1296680" y="3537006"/>
              <a:ext cx="681826" cy="957670"/>
            </a:xfrm>
            <a:custGeom>
              <a:rect b="b" l="l" r="r" t="t"/>
              <a:pathLst>
                <a:path extrusionOk="0" h="1160" w="826">
                  <a:moveTo>
                    <a:pt x="238" y="519"/>
                  </a:moveTo>
                  <a:cubicBezTo>
                    <a:pt x="164" y="754"/>
                    <a:pt x="164" y="754"/>
                    <a:pt x="164" y="754"/>
                  </a:cubicBezTo>
                  <a:cubicBezTo>
                    <a:pt x="0" y="702"/>
                    <a:pt x="0" y="702"/>
                    <a:pt x="0" y="702"/>
                  </a:cubicBezTo>
                  <a:cubicBezTo>
                    <a:pt x="80" y="856"/>
                    <a:pt x="159" y="1006"/>
                    <a:pt x="239" y="1160"/>
                  </a:cubicBezTo>
                  <a:cubicBezTo>
                    <a:pt x="393" y="1080"/>
                    <a:pt x="544" y="1002"/>
                    <a:pt x="698" y="921"/>
                  </a:cubicBezTo>
                  <a:cubicBezTo>
                    <a:pt x="533" y="870"/>
                    <a:pt x="533" y="870"/>
                    <a:pt x="533" y="870"/>
                  </a:cubicBezTo>
                  <a:cubicBezTo>
                    <a:pt x="608" y="632"/>
                    <a:pt x="608" y="632"/>
                    <a:pt x="608" y="632"/>
                  </a:cubicBezTo>
                  <a:cubicBezTo>
                    <a:pt x="680" y="643"/>
                    <a:pt x="753" y="649"/>
                    <a:pt x="826" y="649"/>
                  </a:cubicBezTo>
                  <a:cubicBezTo>
                    <a:pt x="826" y="163"/>
                    <a:pt x="826" y="163"/>
                    <a:pt x="826" y="163"/>
                  </a:cubicBezTo>
                  <a:cubicBezTo>
                    <a:pt x="633" y="163"/>
                    <a:pt x="454" y="103"/>
                    <a:pt x="307" y="0"/>
                  </a:cubicBezTo>
                  <a:cubicBezTo>
                    <a:pt x="29" y="398"/>
                    <a:pt x="29" y="398"/>
                    <a:pt x="29" y="398"/>
                  </a:cubicBezTo>
                  <a:cubicBezTo>
                    <a:pt x="95" y="445"/>
                    <a:pt x="165" y="485"/>
                    <a:pt x="238" y="519"/>
                  </a:cubicBezTo>
                  <a:close/>
                </a:path>
              </a:pathLst>
            </a:custGeom>
            <a:solidFill>
              <a:srgbClr val="4A86E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272727"/>
                </a:solidFill>
                <a:latin typeface="Lato Light"/>
                <a:ea typeface="Lato Light"/>
                <a:cs typeface="Lato Light"/>
                <a:sym typeface="Lato Light"/>
              </a:endParaRPr>
            </a:p>
          </p:txBody>
        </p:sp>
        <p:sp>
          <p:nvSpPr>
            <p:cNvPr id="501" name="Google Shape;501;p12"/>
            <p:cNvSpPr/>
            <p:nvPr/>
          </p:nvSpPr>
          <p:spPr>
            <a:xfrm>
              <a:off x="334801" y="2524922"/>
              <a:ext cx="944067" cy="754859"/>
            </a:xfrm>
            <a:custGeom>
              <a:rect b="b" l="l" r="r" t="t"/>
              <a:pathLst>
                <a:path extrusionOk="0" h="915" w="1143">
                  <a:moveTo>
                    <a:pt x="0" y="437"/>
                  </a:moveTo>
                  <a:cubicBezTo>
                    <a:pt x="118" y="564"/>
                    <a:pt x="234" y="689"/>
                    <a:pt x="352" y="816"/>
                  </a:cubicBezTo>
                  <a:cubicBezTo>
                    <a:pt x="358" y="644"/>
                    <a:pt x="358" y="644"/>
                    <a:pt x="358" y="644"/>
                  </a:cubicBezTo>
                  <a:cubicBezTo>
                    <a:pt x="610" y="653"/>
                    <a:pt x="610" y="653"/>
                    <a:pt x="610" y="653"/>
                  </a:cubicBezTo>
                  <a:cubicBezTo>
                    <a:pt x="621" y="742"/>
                    <a:pt x="641" y="829"/>
                    <a:pt x="668" y="915"/>
                  </a:cubicBezTo>
                  <a:cubicBezTo>
                    <a:pt x="1131" y="764"/>
                    <a:pt x="1131" y="764"/>
                    <a:pt x="1131" y="764"/>
                  </a:cubicBezTo>
                  <a:cubicBezTo>
                    <a:pt x="1102" y="676"/>
                    <a:pt x="1086" y="582"/>
                    <a:pt x="1086" y="484"/>
                  </a:cubicBezTo>
                  <a:cubicBezTo>
                    <a:pt x="1086" y="374"/>
                    <a:pt x="1106" y="268"/>
                    <a:pt x="1143" y="169"/>
                  </a:cubicBezTo>
                  <a:cubicBezTo>
                    <a:pt x="687" y="0"/>
                    <a:pt x="687" y="0"/>
                    <a:pt x="687" y="0"/>
                  </a:cubicBezTo>
                  <a:cubicBezTo>
                    <a:pt x="655" y="87"/>
                    <a:pt x="632" y="176"/>
                    <a:pt x="617" y="266"/>
                  </a:cubicBezTo>
                  <a:cubicBezTo>
                    <a:pt x="617" y="266"/>
                    <a:pt x="617" y="266"/>
                    <a:pt x="617" y="266"/>
                  </a:cubicBezTo>
                  <a:cubicBezTo>
                    <a:pt x="373" y="257"/>
                    <a:pt x="373" y="257"/>
                    <a:pt x="373" y="257"/>
                  </a:cubicBezTo>
                  <a:cubicBezTo>
                    <a:pt x="379" y="85"/>
                    <a:pt x="379" y="85"/>
                    <a:pt x="379" y="85"/>
                  </a:cubicBezTo>
                  <a:cubicBezTo>
                    <a:pt x="252" y="203"/>
                    <a:pt x="127" y="319"/>
                    <a:pt x="0" y="437"/>
                  </a:cubicBezTo>
                </a:path>
              </a:pathLst>
            </a:custGeom>
            <a:solidFill>
              <a:srgbClr val="C9DAF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272727"/>
                </a:solidFill>
                <a:latin typeface="Lato Light"/>
                <a:ea typeface="Lato Light"/>
                <a:cs typeface="Lato Light"/>
                <a:sym typeface="Lato Light"/>
              </a:endParaRPr>
            </a:p>
          </p:txBody>
        </p:sp>
        <p:sp>
          <p:nvSpPr>
            <p:cNvPr id="502" name="Google Shape;502;p12"/>
            <p:cNvSpPr/>
            <p:nvPr/>
          </p:nvSpPr>
          <p:spPr>
            <a:xfrm>
              <a:off x="2680123" y="2524922"/>
              <a:ext cx="926253" cy="754859"/>
            </a:xfrm>
            <a:custGeom>
              <a:rect b="b" l="l" r="r" t="t"/>
              <a:pathLst>
                <a:path extrusionOk="0" h="915" w="1122">
                  <a:moveTo>
                    <a:pt x="525" y="265"/>
                  </a:moveTo>
                  <a:cubicBezTo>
                    <a:pt x="749" y="257"/>
                    <a:pt x="749" y="257"/>
                    <a:pt x="749" y="257"/>
                  </a:cubicBezTo>
                  <a:cubicBezTo>
                    <a:pt x="743" y="85"/>
                    <a:pt x="743" y="85"/>
                    <a:pt x="743" y="85"/>
                  </a:cubicBezTo>
                  <a:cubicBezTo>
                    <a:pt x="870" y="203"/>
                    <a:pt x="995" y="319"/>
                    <a:pt x="1122" y="437"/>
                  </a:cubicBezTo>
                  <a:cubicBezTo>
                    <a:pt x="1004" y="564"/>
                    <a:pt x="888" y="689"/>
                    <a:pt x="770" y="816"/>
                  </a:cubicBezTo>
                  <a:cubicBezTo>
                    <a:pt x="764" y="644"/>
                    <a:pt x="764" y="644"/>
                    <a:pt x="764" y="644"/>
                  </a:cubicBezTo>
                  <a:cubicBezTo>
                    <a:pt x="532" y="652"/>
                    <a:pt x="532" y="652"/>
                    <a:pt x="532" y="652"/>
                  </a:cubicBezTo>
                  <a:cubicBezTo>
                    <a:pt x="521" y="741"/>
                    <a:pt x="502" y="829"/>
                    <a:pt x="474" y="915"/>
                  </a:cubicBezTo>
                  <a:cubicBezTo>
                    <a:pt x="12" y="764"/>
                    <a:pt x="12" y="764"/>
                    <a:pt x="12" y="764"/>
                  </a:cubicBezTo>
                  <a:cubicBezTo>
                    <a:pt x="40" y="676"/>
                    <a:pt x="56" y="582"/>
                    <a:pt x="56" y="484"/>
                  </a:cubicBezTo>
                  <a:cubicBezTo>
                    <a:pt x="56" y="374"/>
                    <a:pt x="36" y="268"/>
                    <a:pt x="0" y="169"/>
                  </a:cubicBezTo>
                  <a:cubicBezTo>
                    <a:pt x="455" y="0"/>
                    <a:pt x="455" y="0"/>
                    <a:pt x="455" y="0"/>
                  </a:cubicBezTo>
                  <a:cubicBezTo>
                    <a:pt x="487" y="86"/>
                    <a:pt x="510" y="175"/>
                    <a:pt x="525" y="265"/>
                  </a:cubicBezTo>
                  <a:close/>
                </a:path>
              </a:pathLst>
            </a:custGeom>
            <a:solidFill>
              <a:srgbClr val="0B539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2700"/>
                <a:buFont typeface="Calibri"/>
                <a:buNone/>
              </a:pPr>
              <a:r>
                <a:t/>
              </a:r>
              <a:endParaRPr b="0" i="0" sz="2700" u="none" cap="none" strike="noStrike">
                <a:solidFill>
                  <a:srgbClr val="272727"/>
                </a:solidFill>
                <a:latin typeface="Lato Light"/>
                <a:ea typeface="Lato Light"/>
                <a:cs typeface="Lato Light"/>
                <a:sym typeface="Lato Light"/>
              </a:endParaRPr>
            </a:p>
          </p:txBody>
        </p:sp>
        <p:sp>
          <p:nvSpPr>
            <p:cNvPr id="503" name="Google Shape;503;p12"/>
            <p:cNvSpPr txBox="1"/>
            <p:nvPr/>
          </p:nvSpPr>
          <p:spPr>
            <a:xfrm>
              <a:off x="3910367" y="1593275"/>
              <a:ext cx="4670107" cy="2901401"/>
            </a:xfrm>
            <a:prstGeom prst="rect">
              <a:avLst/>
            </a:prstGeom>
            <a:noFill/>
            <a:ln>
              <a:noFill/>
            </a:ln>
          </p:spPr>
          <p:txBody>
            <a:bodyPr anchorCtr="0" anchor="t" bIns="40775" lIns="81575" spcFirstLastPara="1" rIns="81575" wrap="square" tIns="40775">
              <a:noAutofit/>
            </a:bodyPr>
            <a:lstStyle/>
            <a:p>
              <a:pPr indent="90488" lvl="0" marL="0" marR="0" rtl="0" algn="l">
                <a:lnSpc>
                  <a:spcPct val="100000"/>
                </a:lnSpc>
                <a:spcBef>
                  <a:spcPts val="0"/>
                </a:spcBef>
                <a:spcAft>
                  <a:spcPts val="0"/>
                </a:spcAft>
                <a:buClr>
                  <a:srgbClr val="272727"/>
                </a:buClr>
                <a:buSzPts val="1000"/>
                <a:buFont typeface="Arial"/>
                <a:buNone/>
              </a:pPr>
              <a:r>
                <a:rPr b="0" i="0" lang="en" sz="1100" u="none" cap="none" strike="noStrike">
                  <a:solidFill>
                    <a:srgbClr val="666666"/>
                  </a:solidFill>
                  <a:highlight>
                    <a:srgbClr val="FFFFFF"/>
                  </a:highlight>
                  <a:latin typeface="Calibri"/>
                  <a:ea typeface="Calibri"/>
                  <a:cs typeface="Calibri"/>
                  <a:sym typeface="Calibri"/>
                </a:rPr>
                <a:t>Nous visons toutes les </a:t>
              </a:r>
              <a:r>
                <a:rPr b="1" i="0" lang="en" sz="1100" u="none" cap="none" strike="noStrike">
                  <a:solidFill>
                    <a:srgbClr val="666666"/>
                  </a:solidFill>
                  <a:highlight>
                    <a:srgbClr val="FFFFFF"/>
                  </a:highlight>
                  <a:latin typeface="Calibri"/>
                  <a:ea typeface="Calibri"/>
                  <a:cs typeface="Calibri"/>
                  <a:sym typeface="Calibri"/>
                </a:rPr>
                <a:t>entreprises et structures associatives </a:t>
              </a:r>
              <a:r>
                <a:rPr b="0" i="0" lang="en" sz="1100" u="none" cap="none" strike="noStrike">
                  <a:solidFill>
                    <a:srgbClr val="666666"/>
                  </a:solidFill>
                  <a:highlight>
                    <a:srgbClr val="FFFFFF"/>
                  </a:highlight>
                  <a:latin typeface="Calibri"/>
                  <a:ea typeface="Calibri"/>
                  <a:cs typeface="Calibri"/>
                  <a:sym typeface="Calibri"/>
                </a:rPr>
                <a:t>porteuses de projets d’envergure, mais également les </a:t>
              </a:r>
              <a:r>
                <a:rPr b="1" i="0" lang="en" sz="1100" u="none" cap="none" strike="noStrike">
                  <a:solidFill>
                    <a:srgbClr val="666666"/>
                  </a:solidFill>
                  <a:highlight>
                    <a:srgbClr val="FFFFFF"/>
                  </a:highlight>
                  <a:latin typeface="Calibri"/>
                  <a:ea typeface="Calibri"/>
                  <a:cs typeface="Calibri"/>
                  <a:sym typeface="Calibri"/>
                </a:rPr>
                <a:t>institutions publiques</a:t>
              </a:r>
              <a:r>
                <a:rPr b="0" i="0" lang="en" sz="1100" u="none" cap="none" strike="noStrike">
                  <a:solidFill>
                    <a:srgbClr val="666666"/>
                  </a:solidFill>
                  <a:highlight>
                    <a:srgbClr val="FFFFFF"/>
                  </a:highlight>
                  <a:latin typeface="Calibri"/>
                  <a:ea typeface="Calibri"/>
                  <a:cs typeface="Calibri"/>
                  <a:sym typeface="Calibri"/>
                </a:rPr>
                <a:t> à la recherche de prestataires pour assurer l’assistance technique complète pour leurs porteurs de projets.</a:t>
              </a:r>
              <a:endParaRPr b="0" i="0" sz="1400" u="none" cap="none" strike="noStrike">
                <a:solidFill>
                  <a:srgbClr val="000000"/>
                </a:solidFill>
                <a:latin typeface="Arial"/>
                <a:ea typeface="Arial"/>
                <a:cs typeface="Arial"/>
                <a:sym typeface="Arial"/>
              </a:endParaRPr>
            </a:p>
            <a:p>
              <a:pPr indent="457200" lvl="0" marL="0" marR="0" rtl="0" algn="l">
                <a:lnSpc>
                  <a:spcPct val="100000"/>
                </a:lnSpc>
                <a:spcBef>
                  <a:spcPts val="0"/>
                </a:spcBef>
                <a:spcAft>
                  <a:spcPts val="0"/>
                </a:spcAft>
                <a:buClr>
                  <a:srgbClr val="272727"/>
                </a:buClr>
                <a:buSzPts val="1000"/>
                <a:buFont typeface="Arial"/>
                <a:buNone/>
              </a:pPr>
              <a:r>
                <a:t/>
              </a:r>
              <a:endParaRPr b="0" i="0" sz="1100" u="none" cap="none" strike="noStrike">
                <a:solidFill>
                  <a:srgbClr val="666666"/>
                </a:solidFill>
                <a:highlight>
                  <a:srgbClr val="FFFFFF"/>
                </a:highlight>
                <a:latin typeface="Calibri"/>
                <a:ea typeface="Calibri"/>
                <a:cs typeface="Calibri"/>
                <a:sym typeface="Calibri"/>
              </a:endParaRPr>
            </a:p>
            <a:p>
              <a:pPr indent="90488" lvl="0" marL="0" marR="0" rtl="0" algn="l">
                <a:lnSpc>
                  <a:spcPct val="100000"/>
                </a:lnSpc>
                <a:spcBef>
                  <a:spcPts val="0"/>
                </a:spcBef>
                <a:spcAft>
                  <a:spcPts val="0"/>
                </a:spcAft>
                <a:buClr>
                  <a:srgbClr val="272727"/>
                </a:buClr>
                <a:buSzPts val="1000"/>
                <a:buFont typeface="Arial"/>
                <a:buNone/>
              </a:pPr>
              <a:r>
                <a:rPr b="0" i="0" lang="en" sz="1100" u="none" cap="none" strike="noStrike">
                  <a:solidFill>
                    <a:srgbClr val="666666"/>
                  </a:solidFill>
                  <a:highlight>
                    <a:srgbClr val="FFFFFF"/>
                  </a:highlight>
                  <a:latin typeface="Calibri"/>
                  <a:ea typeface="Calibri"/>
                  <a:cs typeface="Calibri"/>
                  <a:sym typeface="Calibri"/>
                </a:rPr>
                <a:t>Il s’agit d’être à la fois prestataire pour les porteurs de projets et les financeurs :</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272727"/>
                </a:buClr>
                <a:buSzPts val="1000"/>
                <a:buFont typeface="Calibri"/>
                <a:buChar char="-"/>
              </a:pPr>
              <a:r>
                <a:rPr b="0" i="0" lang="en" sz="1100" u="none" cap="none" strike="noStrike">
                  <a:solidFill>
                    <a:srgbClr val="666666"/>
                  </a:solidFill>
                  <a:highlight>
                    <a:srgbClr val="FFFFFF"/>
                  </a:highlight>
                  <a:latin typeface="Calibri"/>
                  <a:ea typeface="Calibri"/>
                  <a:cs typeface="Calibri"/>
                  <a:sym typeface="Calibri"/>
                </a:rPr>
                <a:t>Pour le </a:t>
              </a:r>
              <a:r>
                <a:rPr b="1" i="0" lang="en" sz="1100" u="none" cap="none" strike="noStrike">
                  <a:solidFill>
                    <a:srgbClr val="666666"/>
                  </a:solidFill>
                  <a:highlight>
                    <a:srgbClr val="FFFFFF"/>
                  </a:highlight>
                  <a:latin typeface="Calibri"/>
                  <a:ea typeface="Calibri"/>
                  <a:cs typeface="Calibri"/>
                  <a:sym typeface="Calibri"/>
                </a:rPr>
                <a:t>porteur de projet</a:t>
              </a:r>
              <a:r>
                <a:rPr b="0" i="0" lang="en" sz="1100" u="none" cap="none" strike="noStrike">
                  <a:solidFill>
                    <a:srgbClr val="666666"/>
                  </a:solidFill>
                  <a:highlight>
                    <a:srgbClr val="FFFFFF"/>
                  </a:highlight>
                  <a:latin typeface="Calibri"/>
                  <a:ea typeface="Calibri"/>
                  <a:cs typeface="Calibri"/>
                  <a:sym typeface="Calibri"/>
                </a:rPr>
                <a:t> : garantir la bonne gestion des subventions, réduire le risque de mauvaise gestion, maximiser la perception des dotations financières, avoir un guichet unique pour toutes ses demandes de financements (prêt, subventions, défiscalisation)</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272727"/>
                </a:buClr>
                <a:buSzPts val="1000"/>
                <a:buFont typeface="Calibri"/>
                <a:buChar char="-"/>
              </a:pPr>
              <a:r>
                <a:rPr b="0" i="0" lang="en" sz="1100" u="none" cap="none" strike="noStrike">
                  <a:solidFill>
                    <a:srgbClr val="666666"/>
                  </a:solidFill>
                  <a:highlight>
                    <a:srgbClr val="FFFFFF"/>
                  </a:highlight>
                  <a:latin typeface="Calibri"/>
                  <a:ea typeface="Calibri"/>
                  <a:cs typeface="Calibri"/>
                  <a:sym typeface="Calibri"/>
                </a:rPr>
                <a:t>Pour le </a:t>
              </a:r>
              <a:r>
                <a:rPr b="1" i="0" lang="en" sz="1100" u="none" cap="none" strike="noStrike">
                  <a:solidFill>
                    <a:srgbClr val="666666"/>
                  </a:solidFill>
                  <a:highlight>
                    <a:srgbClr val="FFFFFF"/>
                  </a:highlight>
                  <a:latin typeface="Calibri"/>
                  <a:ea typeface="Calibri"/>
                  <a:cs typeface="Calibri"/>
                  <a:sym typeface="Calibri"/>
                </a:rPr>
                <a:t>financeur </a:t>
              </a:r>
              <a:r>
                <a:rPr b="0" i="0" lang="en" sz="1100" u="none" cap="none" strike="noStrike">
                  <a:solidFill>
                    <a:srgbClr val="666666"/>
                  </a:solidFill>
                  <a:highlight>
                    <a:srgbClr val="FFFFFF"/>
                  </a:highlight>
                  <a:latin typeface="Calibri"/>
                  <a:ea typeface="Calibri"/>
                  <a:cs typeface="Calibri"/>
                  <a:sym typeface="Calibri"/>
                </a:rPr>
                <a:t>: la garantie d’une bonne gestion financière des enveloppes octroyées, une meilleure anticipation des appels de fonds, des données sectorielles et géographiques du territoire et des secteurs en tension.</a:t>
              </a:r>
              <a:endParaRPr b="0" i="0" sz="500" u="none" cap="none" strike="noStrike">
                <a:solidFill>
                  <a:srgbClr val="666666"/>
                </a:solidFill>
                <a:latin typeface="Calibri"/>
                <a:ea typeface="Calibri"/>
                <a:cs typeface="Calibri"/>
                <a:sym typeface="Calibri"/>
              </a:endParaRPr>
            </a:p>
          </p:txBody>
        </p:sp>
      </p:grpSp>
      <p:sp>
        <p:nvSpPr>
          <p:cNvPr id="504" name="Google Shape;504;p12"/>
          <p:cNvSpPr txBox="1"/>
          <p:nvPr/>
        </p:nvSpPr>
        <p:spPr>
          <a:xfrm>
            <a:off x="65859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OPPORTUNITÉ DE MARCHÉ</a:t>
            </a:r>
            <a:endParaRPr b="0" i="0" sz="700" u="none" cap="none" strike="noStrike">
              <a:solidFill>
                <a:srgbClr val="B7B7B7"/>
              </a:solidFill>
              <a:latin typeface="Calibri"/>
              <a:ea typeface="Calibri"/>
              <a:cs typeface="Calibri"/>
              <a:sym typeface="Calibri"/>
            </a:endParaRPr>
          </a:p>
        </p:txBody>
      </p:sp>
      <p:sp>
        <p:nvSpPr>
          <p:cNvPr id="505" name="Google Shape;505;p12"/>
          <p:cNvSpPr txBox="1"/>
          <p:nvPr/>
        </p:nvSpPr>
        <p:spPr>
          <a:xfrm>
            <a:off x="196345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LE PROJET</a:t>
            </a:r>
            <a:endParaRPr b="0" i="0" sz="700" u="none" cap="none" strike="noStrike">
              <a:solidFill>
                <a:srgbClr val="B7B7B7"/>
              </a:solidFill>
              <a:latin typeface="Calibri"/>
              <a:ea typeface="Calibri"/>
              <a:cs typeface="Calibri"/>
              <a:sym typeface="Calibri"/>
            </a:endParaRPr>
          </a:p>
        </p:txBody>
      </p:sp>
      <p:sp>
        <p:nvSpPr>
          <p:cNvPr id="506" name="Google Shape;506;p12"/>
          <p:cNvSpPr txBox="1"/>
          <p:nvPr/>
        </p:nvSpPr>
        <p:spPr>
          <a:xfrm>
            <a:off x="326831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3C78D8"/>
              </a:buClr>
              <a:buSzPts val="700"/>
              <a:buFont typeface="Calibri"/>
              <a:buNone/>
            </a:pPr>
            <a:r>
              <a:rPr b="1" i="0" lang="en" sz="700" u="none" cap="none" strike="noStrike">
                <a:solidFill>
                  <a:srgbClr val="3C78D8"/>
                </a:solidFill>
                <a:latin typeface="Calibri"/>
                <a:ea typeface="Calibri"/>
                <a:cs typeface="Calibri"/>
                <a:sym typeface="Calibri"/>
              </a:rPr>
              <a:t>LE MARCHÉ</a:t>
            </a:r>
            <a:endParaRPr b="1" i="0" sz="700" u="none" cap="none" strike="noStrike">
              <a:solidFill>
                <a:srgbClr val="3C78D8"/>
              </a:solidFill>
              <a:latin typeface="Calibri"/>
              <a:ea typeface="Calibri"/>
              <a:cs typeface="Calibri"/>
              <a:sym typeface="Calibri"/>
            </a:endParaRPr>
          </a:p>
        </p:txBody>
      </p:sp>
      <p:sp>
        <p:nvSpPr>
          <p:cNvPr id="507" name="Google Shape;507;p12"/>
          <p:cNvSpPr txBox="1"/>
          <p:nvPr/>
        </p:nvSpPr>
        <p:spPr>
          <a:xfrm>
            <a:off x="457317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LA STRATÉGIE</a:t>
            </a:r>
            <a:endParaRPr b="0" i="0" sz="700" u="none" cap="none" strike="noStrike">
              <a:solidFill>
                <a:srgbClr val="B7B7B7"/>
              </a:solidFill>
              <a:latin typeface="Calibri"/>
              <a:ea typeface="Calibri"/>
              <a:cs typeface="Calibri"/>
              <a:sym typeface="Calibri"/>
            </a:endParaRPr>
          </a:p>
        </p:txBody>
      </p:sp>
      <p:sp>
        <p:nvSpPr>
          <p:cNvPr id="508" name="Google Shape;508;p12"/>
          <p:cNvSpPr txBox="1"/>
          <p:nvPr/>
        </p:nvSpPr>
        <p:spPr>
          <a:xfrm>
            <a:off x="5878037"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FINANCES</a:t>
            </a:r>
            <a:endParaRPr b="0" i="0" sz="700" u="none" cap="none" strike="noStrike">
              <a:solidFill>
                <a:srgbClr val="B7B7B7"/>
              </a:solidFill>
              <a:latin typeface="Calibri"/>
              <a:ea typeface="Calibri"/>
              <a:cs typeface="Calibri"/>
              <a:sym typeface="Calibri"/>
            </a:endParaRPr>
          </a:p>
        </p:txBody>
      </p:sp>
      <p:sp>
        <p:nvSpPr>
          <p:cNvPr id="509" name="Google Shape;509;p12"/>
          <p:cNvSpPr txBox="1"/>
          <p:nvPr>
            <p:ph idx="12" type="sldNum"/>
          </p:nvPr>
        </p:nvSpPr>
        <p:spPr>
          <a:xfrm>
            <a:off x="7926376" y="47499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3" name="Shape 513"/>
        <p:cNvGrpSpPr/>
        <p:nvPr/>
      </p:nvGrpSpPr>
      <p:grpSpPr>
        <a:xfrm>
          <a:off x="0" y="0"/>
          <a:ext cx="0" cy="0"/>
          <a:chOff x="0" y="0"/>
          <a:chExt cx="0" cy="0"/>
        </a:xfrm>
      </p:grpSpPr>
      <p:sp>
        <p:nvSpPr>
          <p:cNvPr id="514" name="Google Shape;514;p13"/>
          <p:cNvSpPr/>
          <p:nvPr/>
        </p:nvSpPr>
        <p:spPr>
          <a:xfrm>
            <a:off x="657421"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chemeClr val="dk1"/>
              </a:buClr>
              <a:buSzPts val="3600"/>
              <a:buFont typeface="Calibri"/>
              <a:buNone/>
            </a:pPr>
            <a:r>
              <a:t/>
            </a:r>
            <a:endParaRPr b="0" i="0" sz="3600" u="none" cap="none" strike="noStrike">
              <a:solidFill>
                <a:srgbClr val="FFFFFF"/>
              </a:solidFill>
              <a:latin typeface="Montserrat Light"/>
              <a:ea typeface="Montserrat Light"/>
              <a:cs typeface="Montserrat Light"/>
              <a:sym typeface="Montserrat Light"/>
            </a:endParaRPr>
          </a:p>
        </p:txBody>
      </p:sp>
      <p:sp>
        <p:nvSpPr>
          <p:cNvPr id="515" name="Google Shape;515;p13"/>
          <p:cNvSpPr/>
          <p:nvPr/>
        </p:nvSpPr>
        <p:spPr>
          <a:xfrm>
            <a:off x="196228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516" name="Google Shape;516;p13"/>
          <p:cNvSpPr/>
          <p:nvPr/>
        </p:nvSpPr>
        <p:spPr>
          <a:xfrm>
            <a:off x="3267140" y="95700"/>
            <a:ext cx="1305000" cy="120300"/>
          </a:xfrm>
          <a:prstGeom prst="chevron">
            <a:avLst>
              <a:gd fmla="val 65738" name="adj"/>
            </a:avLst>
          </a:prstGeom>
          <a:solidFill>
            <a:srgbClr val="6C9DEA"/>
          </a:solidFill>
          <a:ln>
            <a:noFill/>
          </a:ln>
          <a:effectLst>
            <a:outerShdw blurRad="57150" rotWithShape="0" algn="bl" dir="5520000" dist="19050">
              <a:srgbClr val="000000">
                <a:alpha val="20000"/>
              </a:srgbClr>
            </a:outerShdw>
          </a:effectLst>
        </p:spPr>
        <p:txBody>
          <a:bodyPr anchorCtr="0" anchor="ctr" bIns="47900" lIns="448800" spcFirstLastPara="1" rIns="353000" wrap="square" tIns="47900">
            <a:noAutofit/>
          </a:bodyPr>
          <a:lstStyle/>
          <a:p>
            <a:pPr indent="0" lvl="0" marL="0" marR="0" rtl="0" algn="l">
              <a:lnSpc>
                <a:spcPct val="100000"/>
              </a:lnSpc>
              <a:spcBef>
                <a:spcPts val="0"/>
              </a:spcBef>
              <a:spcAft>
                <a:spcPts val="0"/>
              </a:spcAft>
              <a:buClr>
                <a:schemeClr val="dk1"/>
              </a:buClr>
              <a:buSzPts val="1800"/>
              <a:buFont typeface="Calibri"/>
              <a:buNone/>
            </a:pPr>
            <a:r>
              <a:rPr b="0" i="0" lang="en"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517" name="Google Shape;517;p13"/>
          <p:cNvSpPr/>
          <p:nvPr/>
        </p:nvSpPr>
        <p:spPr>
          <a:xfrm>
            <a:off x="457200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518" name="Google Shape;518;p13"/>
          <p:cNvSpPr/>
          <p:nvPr/>
        </p:nvSpPr>
        <p:spPr>
          <a:xfrm>
            <a:off x="587686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500" u="none" cap="none" strike="noStrike">
              <a:solidFill>
                <a:schemeClr val="dk1"/>
              </a:solidFill>
              <a:latin typeface="Calibri"/>
              <a:ea typeface="Calibri"/>
              <a:cs typeface="Calibri"/>
              <a:sym typeface="Calibri"/>
            </a:endParaRPr>
          </a:p>
        </p:txBody>
      </p:sp>
      <p:sp>
        <p:nvSpPr>
          <p:cNvPr id="519" name="Google Shape;519;p13"/>
          <p:cNvSpPr txBox="1"/>
          <p:nvPr/>
        </p:nvSpPr>
        <p:spPr>
          <a:xfrm>
            <a:off x="65859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OPPORTUNITÉ DE MARCHÉ</a:t>
            </a:r>
            <a:endParaRPr b="0" i="0" sz="700" u="none" cap="none" strike="noStrike">
              <a:solidFill>
                <a:srgbClr val="B7B7B7"/>
              </a:solidFill>
              <a:latin typeface="Calibri"/>
              <a:ea typeface="Calibri"/>
              <a:cs typeface="Calibri"/>
              <a:sym typeface="Calibri"/>
            </a:endParaRPr>
          </a:p>
        </p:txBody>
      </p:sp>
      <p:sp>
        <p:nvSpPr>
          <p:cNvPr id="520" name="Google Shape;520;p13"/>
          <p:cNvSpPr txBox="1"/>
          <p:nvPr/>
        </p:nvSpPr>
        <p:spPr>
          <a:xfrm>
            <a:off x="196345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LE PROJET</a:t>
            </a:r>
            <a:endParaRPr b="0" i="0" sz="700" u="none" cap="none" strike="noStrike">
              <a:solidFill>
                <a:srgbClr val="B7B7B7"/>
              </a:solidFill>
              <a:latin typeface="Calibri"/>
              <a:ea typeface="Calibri"/>
              <a:cs typeface="Calibri"/>
              <a:sym typeface="Calibri"/>
            </a:endParaRPr>
          </a:p>
        </p:txBody>
      </p:sp>
      <p:sp>
        <p:nvSpPr>
          <p:cNvPr id="521" name="Google Shape;521;p13"/>
          <p:cNvSpPr txBox="1"/>
          <p:nvPr/>
        </p:nvSpPr>
        <p:spPr>
          <a:xfrm>
            <a:off x="326831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3C78D8"/>
              </a:buClr>
              <a:buSzPts val="700"/>
              <a:buFont typeface="Calibri"/>
              <a:buNone/>
            </a:pPr>
            <a:r>
              <a:rPr b="1" i="0" lang="en" sz="700" u="none" cap="none" strike="noStrike">
                <a:solidFill>
                  <a:srgbClr val="3C78D8"/>
                </a:solidFill>
                <a:latin typeface="Calibri"/>
                <a:ea typeface="Calibri"/>
                <a:cs typeface="Calibri"/>
                <a:sym typeface="Calibri"/>
              </a:rPr>
              <a:t>LE MARCHÉ</a:t>
            </a:r>
            <a:endParaRPr b="1" i="0" sz="700" u="none" cap="none" strike="noStrike">
              <a:solidFill>
                <a:srgbClr val="3C78D8"/>
              </a:solidFill>
              <a:latin typeface="Calibri"/>
              <a:ea typeface="Calibri"/>
              <a:cs typeface="Calibri"/>
              <a:sym typeface="Calibri"/>
            </a:endParaRPr>
          </a:p>
        </p:txBody>
      </p:sp>
      <p:sp>
        <p:nvSpPr>
          <p:cNvPr id="522" name="Google Shape;522;p13"/>
          <p:cNvSpPr txBox="1"/>
          <p:nvPr/>
        </p:nvSpPr>
        <p:spPr>
          <a:xfrm>
            <a:off x="457317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LA STRATÉGIE</a:t>
            </a:r>
            <a:endParaRPr b="0" i="0" sz="700" u="none" cap="none" strike="noStrike">
              <a:solidFill>
                <a:srgbClr val="B7B7B7"/>
              </a:solidFill>
              <a:latin typeface="Calibri"/>
              <a:ea typeface="Calibri"/>
              <a:cs typeface="Calibri"/>
              <a:sym typeface="Calibri"/>
            </a:endParaRPr>
          </a:p>
        </p:txBody>
      </p:sp>
      <p:sp>
        <p:nvSpPr>
          <p:cNvPr id="523" name="Google Shape;523;p13"/>
          <p:cNvSpPr txBox="1"/>
          <p:nvPr/>
        </p:nvSpPr>
        <p:spPr>
          <a:xfrm>
            <a:off x="5878037"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FINANCES</a:t>
            </a:r>
            <a:endParaRPr b="0" i="0" sz="700" u="none" cap="none" strike="noStrike">
              <a:solidFill>
                <a:srgbClr val="B7B7B7"/>
              </a:solidFill>
              <a:latin typeface="Calibri"/>
              <a:ea typeface="Calibri"/>
              <a:cs typeface="Calibri"/>
              <a:sym typeface="Calibri"/>
            </a:endParaRPr>
          </a:p>
        </p:txBody>
      </p:sp>
      <p:grpSp>
        <p:nvGrpSpPr>
          <p:cNvPr id="524" name="Google Shape;524;p13"/>
          <p:cNvGrpSpPr/>
          <p:nvPr/>
        </p:nvGrpSpPr>
        <p:grpSpPr>
          <a:xfrm>
            <a:off x="658600" y="762289"/>
            <a:ext cx="8066675" cy="4112073"/>
            <a:chOff x="658601" y="762275"/>
            <a:chExt cx="8066675" cy="3939145"/>
          </a:xfrm>
        </p:grpSpPr>
        <p:sp>
          <p:nvSpPr>
            <p:cNvPr id="525" name="Google Shape;525;p13"/>
            <p:cNvSpPr txBox="1"/>
            <p:nvPr/>
          </p:nvSpPr>
          <p:spPr>
            <a:xfrm>
              <a:off x="658601" y="762275"/>
              <a:ext cx="7521300" cy="415500"/>
            </a:xfrm>
            <a:prstGeom prst="rect">
              <a:avLst/>
            </a:prstGeom>
            <a:noFill/>
            <a:ln>
              <a:noFill/>
            </a:ln>
          </p:spPr>
          <p:txBody>
            <a:bodyPr anchorCtr="0" anchor="t" bIns="17100" lIns="34225" spcFirstLastPara="1" rIns="34225" wrap="square" tIns="17100">
              <a:noAutofit/>
            </a:bodyPr>
            <a:lstStyle/>
            <a:p>
              <a:pPr indent="0" lvl="0" marL="0" marR="0" rtl="0" algn="ctr">
                <a:lnSpc>
                  <a:spcPct val="100000"/>
                </a:lnSpc>
                <a:spcBef>
                  <a:spcPts val="0"/>
                </a:spcBef>
                <a:spcAft>
                  <a:spcPts val="0"/>
                </a:spcAft>
                <a:buClr>
                  <a:srgbClr val="3C78D8"/>
                </a:buClr>
                <a:buSzPts val="2500"/>
                <a:buFont typeface="Montserrat"/>
                <a:buNone/>
              </a:pPr>
              <a:r>
                <a:rPr b="1" i="0" lang="en" sz="2500" u="none" cap="none" strike="noStrike">
                  <a:solidFill>
                    <a:srgbClr val="3C78D8"/>
                  </a:solidFill>
                  <a:latin typeface="Montserrat"/>
                  <a:ea typeface="Montserrat"/>
                  <a:cs typeface="Montserrat"/>
                  <a:sym typeface="Montserrat"/>
                </a:rPr>
                <a:t>UN MARCHE ET UNE OFFRE HETEROGENES</a:t>
              </a:r>
              <a:endParaRPr b="1" i="0" sz="2500" u="none" cap="none" strike="noStrike">
                <a:solidFill>
                  <a:srgbClr val="3C78D8"/>
                </a:solidFill>
                <a:latin typeface="Montserrat"/>
                <a:ea typeface="Montserrat"/>
                <a:cs typeface="Montserrat"/>
                <a:sym typeface="Montserrat"/>
              </a:endParaRPr>
            </a:p>
          </p:txBody>
        </p:sp>
        <p:grpSp>
          <p:nvGrpSpPr>
            <p:cNvPr id="526" name="Google Shape;526;p13"/>
            <p:cNvGrpSpPr/>
            <p:nvPr/>
          </p:nvGrpSpPr>
          <p:grpSpPr>
            <a:xfrm>
              <a:off x="868284" y="1882424"/>
              <a:ext cx="2591899" cy="2583075"/>
              <a:chOff x="2067107" y="3521080"/>
              <a:chExt cx="7229842" cy="7207240"/>
            </a:xfrm>
          </p:grpSpPr>
          <p:sp>
            <p:nvSpPr>
              <p:cNvPr id="527" name="Google Shape;527;p13"/>
              <p:cNvSpPr/>
              <p:nvPr/>
            </p:nvSpPr>
            <p:spPr>
              <a:xfrm>
                <a:off x="2067109" y="3544168"/>
                <a:ext cx="3537900" cy="3538800"/>
              </a:xfrm>
              <a:custGeom>
                <a:rect b="b" l="l" r="r" t="t"/>
                <a:pathLst>
                  <a:path extrusionOk="0" h="120000" w="120000">
                    <a:moveTo>
                      <a:pt x="0" y="120000"/>
                    </a:moveTo>
                    <a:lnTo>
                      <a:pt x="0" y="120000"/>
                    </a:lnTo>
                    <a:cubicBezTo>
                      <a:pt x="0" y="53726"/>
                      <a:pt x="53726" y="0"/>
                      <a:pt x="120000" y="0"/>
                    </a:cubicBezTo>
                    <a:lnTo>
                      <a:pt x="120000" y="120000"/>
                    </a:lnTo>
                    <a:close/>
                  </a:path>
                </a:pathLst>
              </a:custGeom>
              <a:solidFill>
                <a:srgbClr val="1C4587"/>
              </a:solidFill>
              <a:ln>
                <a:noFill/>
              </a:ln>
            </p:spPr>
            <p:txBody>
              <a:bodyPr anchorCtr="0" anchor="ctr" bIns="34300" lIns="34300" spcFirstLastPara="1" rIns="34300" wrap="square" tIns="343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28" name="Google Shape;528;p13"/>
              <p:cNvSpPr/>
              <p:nvPr/>
            </p:nvSpPr>
            <p:spPr>
              <a:xfrm>
                <a:off x="2784555" y="4580692"/>
                <a:ext cx="2501699" cy="2502300"/>
              </a:xfrm>
              <a:prstGeom prst="rect">
                <a:avLst/>
              </a:prstGeom>
              <a:noFill/>
              <a:ln>
                <a:noFill/>
              </a:ln>
            </p:spPr>
            <p:txBody>
              <a:bodyPr anchorCtr="0" anchor="ctr" bIns="69350" lIns="69350" spcFirstLastPara="1" rIns="69350" wrap="square" tIns="69350">
                <a:noAutofit/>
              </a:bodyPr>
              <a:lstStyle/>
              <a:p>
                <a:pPr indent="0" lvl="0" marL="0" marR="0" rtl="0" algn="ctr">
                  <a:lnSpc>
                    <a:spcPct val="9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STRENGTHS</a:t>
                </a:r>
                <a:endParaRPr b="1" i="0" sz="700" u="none" cap="none" strike="noStrike">
                  <a:solidFill>
                    <a:srgbClr val="FFFFFF"/>
                  </a:solidFill>
                  <a:latin typeface="Calibri"/>
                  <a:ea typeface="Calibri"/>
                  <a:cs typeface="Calibri"/>
                  <a:sym typeface="Calibri"/>
                </a:endParaRPr>
              </a:p>
            </p:txBody>
          </p:sp>
          <p:sp>
            <p:nvSpPr>
              <p:cNvPr id="529" name="Google Shape;529;p13"/>
              <p:cNvSpPr/>
              <p:nvPr/>
            </p:nvSpPr>
            <p:spPr>
              <a:xfrm rot="5400000">
                <a:off x="5758599" y="3521530"/>
                <a:ext cx="3538800" cy="3537900"/>
              </a:xfrm>
              <a:custGeom>
                <a:rect b="b" l="l" r="r" t="t"/>
                <a:pathLst>
                  <a:path extrusionOk="0" h="120000" w="120000">
                    <a:moveTo>
                      <a:pt x="0" y="120000"/>
                    </a:moveTo>
                    <a:lnTo>
                      <a:pt x="0" y="120000"/>
                    </a:lnTo>
                    <a:cubicBezTo>
                      <a:pt x="0" y="53726"/>
                      <a:pt x="53726" y="0"/>
                      <a:pt x="120000" y="0"/>
                    </a:cubicBezTo>
                    <a:lnTo>
                      <a:pt x="120000" y="120000"/>
                    </a:lnTo>
                    <a:close/>
                  </a:path>
                </a:pathLst>
              </a:custGeom>
              <a:solidFill>
                <a:srgbClr val="A4C2F4"/>
              </a:solidFill>
              <a:ln>
                <a:noFill/>
              </a:ln>
            </p:spPr>
            <p:txBody>
              <a:bodyPr anchorCtr="0" anchor="ctr" bIns="34300" lIns="34300" spcFirstLastPara="1" rIns="34300" wrap="square" tIns="343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30" name="Google Shape;530;p13"/>
              <p:cNvSpPr/>
              <p:nvPr/>
            </p:nvSpPr>
            <p:spPr>
              <a:xfrm>
                <a:off x="5927486" y="4557602"/>
                <a:ext cx="2501699" cy="2502300"/>
              </a:xfrm>
              <a:prstGeom prst="rect">
                <a:avLst/>
              </a:prstGeom>
              <a:noFill/>
              <a:ln>
                <a:noFill/>
              </a:ln>
            </p:spPr>
            <p:txBody>
              <a:bodyPr anchorCtr="0" anchor="ctr" bIns="74675" lIns="74675" spcFirstLastPara="1" rIns="74675" wrap="square" tIns="74675">
                <a:noAutofit/>
              </a:bodyPr>
              <a:lstStyle/>
              <a:p>
                <a:pPr indent="0" lvl="0" marL="0" marR="0" rtl="0" algn="ctr">
                  <a:lnSpc>
                    <a:spcPct val="9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WEAKNESSES</a:t>
                </a:r>
                <a:endParaRPr b="1" i="0" sz="700" u="none" cap="none" strike="noStrike">
                  <a:solidFill>
                    <a:srgbClr val="FFFFFF"/>
                  </a:solidFill>
                  <a:latin typeface="Calibri"/>
                  <a:ea typeface="Calibri"/>
                  <a:cs typeface="Calibri"/>
                  <a:sym typeface="Calibri"/>
                </a:endParaRPr>
              </a:p>
            </p:txBody>
          </p:sp>
          <p:sp>
            <p:nvSpPr>
              <p:cNvPr id="531" name="Google Shape;531;p13"/>
              <p:cNvSpPr/>
              <p:nvPr/>
            </p:nvSpPr>
            <p:spPr>
              <a:xfrm rot="-5400000">
                <a:off x="2066657" y="7189970"/>
                <a:ext cx="3538800" cy="3537900"/>
              </a:xfrm>
              <a:custGeom>
                <a:rect b="b" l="l" r="r" t="t"/>
                <a:pathLst>
                  <a:path extrusionOk="0" h="120000" w="120000">
                    <a:moveTo>
                      <a:pt x="0" y="120000"/>
                    </a:moveTo>
                    <a:lnTo>
                      <a:pt x="0" y="120000"/>
                    </a:lnTo>
                    <a:cubicBezTo>
                      <a:pt x="0" y="53726"/>
                      <a:pt x="53726" y="0"/>
                      <a:pt x="120000" y="0"/>
                    </a:cubicBezTo>
                    <a:lnTo>
                      <a:pt x="120000" y="120000"/>
                    </a:lnTo>
                    <a:close/>
                  </a:path>
                </a:pathLst>
              </a:custGeom>
              <a:solidFill>
                <a:srgbClr val="1155CC"/>
              </a:solidFill>
              <a:ln>
                <a:noFill/>
              </a:ln>
            </p:spPr>
            <p:txBody>
              <a:bodyPr anchorCtr="0" anchor="ctr" bIns="34300" lIns="34300" spcFirstLastPara="1" rIns="34300" wrap="square" tIns="343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32" name="Google Shape;532;p13"/>
              <p:cNvSpPr/>
              <p:nvPr/>
            </p:nvSpPr>
            <p:spPr>
              <a:xfrm>
                <a:off x="2621282" y="7189383"/>
                <a:ext cx="2664900" cy="2502300"/>
              </a:xfrm>
              <a:prstGeom prst="rect">
                <a:avLst/>
              </a:prstGeom>
              <a:noFill/>
              <a:ln>
                <a:noFill/>
              </a:ln>
            </p:spPr>
            <p:txBody>
              <a:bodyPr anchorCtr="0" anchor="ctr" bIns="69350" lIns="69350" spcFirstLastPara="1" rIns="69350" wrap="square" tIns="69350">
                <a:noAutofit/>
              </a:bodyPr>
              <a:lstStyle/>
              <a:p>
                <a:pPr indent="0" lvl="0" marL="0" marR="0" rtl="0" algn="ctr">
                  <a:lnSpc>
                    <a:spcPct val="9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OPPORTUNITIES</a:t>
                </a:r>
                <a:endParaRPr b="1" i="0" sz="700" u="none" cap="none" strike="noStrike">
                  <a:solidFill>
                    <a:srgbClr val="FFFFFF"/>
                  </a:solidFill>
                  <a:latin typeface="Calibri"/>
                  <a:ea typeface="Calibri"/>
                  <a:cs typeface="Calibri"/>
                  <a:sym typeface="Calibri"/>
                </a:endParaRPr>
              </a:p>
            </p:txBody>
          </p:sp>
          <p:sp>
            <p:nvSpPr>
              <p:cNvPr id="533" name="Google Shape;533;p13"/>
              <p:cNvSpPr/>
              <p:nvPr/>
            </p:nvSpPr>
            <p:spPr>
              <a:xfrm rot="10800000">
                <a:off x="5759049" y="7176005"/>
                <a:ext cx="3537900" cy="3538800"/>
              </a:xfrm>
              <a:custGeom>
                <a:rect b="b" l="l" r="r" t="t"/>
                <a:pathLst>
                  <a:path extrusionOk="0" h="120000" w="120000">
                    <a:moveTo>
                      <a:pt x="0" y="120000"/>
                    </a:moveTo>
                    <a:lnTo>
                      <a:pt x="0" y="120000"/>
                    </a:lnTo>
                    <a:cubicBezTo>
                      <a:pt x="0" y="53726"/>
                      <a:pt x="53726" y="0"/>
                      <a:pt x="120000" y="0"/>
                    </a:cubicBezTo>
                    <a:lnTo>
                      <a:pt x="120000" y="120000"/>
                    </a:lnTo>
                    <a:close/>
                  </a:path>
                </a:pathLst>
              </a:custGeom>
              <a:solidFill>
                <a:srgbClr val="6D9EEB"/>
              </a:solidFill>
              <a:ln>
                <a:noFill/>
              </a:ln>
            </p:spPr>
            <p:txBody>
              <a:bodyPr anchorCtr="0" anchor="ctr" bIns="34300" lIns="34300" spcFirstLastPara="1" rIns="34300" wrap="square" tIns="343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34" name="Google Shape;534;p13"/>
              <p:cNvSpPr/>
              <p:nvPr/>
            </p:nvSpPr>
            <p:spPr>
              <a:xfrm>
                <a:off x="5927486" y="7175892"/>
                <a:ext cx="2501699" cy="2502300"/>
              </a:xfrm>
              <a:prstGeom prst="rect">
                <a:avLst/>
              </a:prstGeom>
              <a:noFill/>
              <a:ln>
                <a:noFill/>
              </a:ln>
            </p:spPr>
            <p:txBody>
              <a:bodyPr anchorCtr="0" anchor="ctr" bIns="74675" lIns="74675" spcFirstLastPara="1" rIns="74675" wrap="square" tIns="74675">
                <a:noAutofit/>
              </a:bodyPr>
              <a:lstStyle/>
              <a:p>
                <a:pPr indent="0" lvl="0" marL="0" marR="0" rtl="0" algn="ctr">
                  <a:lnSpc>
                    <a:spcPct val="9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THREATS</a:t>
                </a:r>
                <a:endParaRPr b="1" i="0" sz="700" u="none" cap="none" strike="noStrike">
                  <a:solidFill>
                    <a:srgbClr val="FFFFFF"/>
                  </a:solidFill>
                  <a:latin typeface="Calibri"/>
                  <a:ea typeface="Calibri"/>
                  <a:cs typeface="Calibri"/>
                  <a:sym typeface="Calibri"/>
                </a:endParaRPr>
              </a:p>
            </p:txBody>
          </p:sp>
          <p:sp>
            <p:nvSpPr>
              <p:cNvPr id="535" name="Google Shape;535;p13"/>
              <p:cNvSpPr/>
              <p:nvPr/>
            </p:nvSpPr>
            <p:spPr>
              <a:xfrm>
                <a:off x="5063579" y="6382150"/>
                <a:ext cx="1221599" cy="1062600"/>
              </a:xfrm>
              <a:custGeom>
                <a:rect b="b" l="l" r="r" t="t"/>
                <a:pathLst>
                  <a:path extrusionOk="0" h="120000" w="120000">
                    <a:moveTo>
                      <a:pt x="6522" y="60000"/>
                    </a:moveTo>
                    <a:lnTo>
                      <a:pt x="6522" y="60000"/>
                    </a:lnTo>
                    <a:cubicBezTo>
                      <a:pt x="6522" y="34374"/>
                      <a:pt x="25368" y="12492"/>
                      <a:pt x="51108" y="8231"/>
                    </a:cubicBezTo>
                    <a:cubicBezTo>
                      <a:pt x="76848" y="3970"/>
                      <a:pt x="101961" y="18575"/>
                      <a:pt x="110521" y="42784"/>
                    </a:cubicBezTo>
                    <a:lnTo>
                      <a:pt x="116428" y="42784"/>
                    </a:lnTo>
                    <a:lnTo>
                      <a:pt x="106956" y="60000"/>
                    </a:lnTo>
                    <a:lnTo>
                      <a:pt x="90340" y="42784"/>
                    </a:lnTo>
                    <a:lnTo>
                      <a:pt x="95921" y="42784"/>
                    </a:lnTo>
                    <a:cubicBezTo>
                      <a:pt x="87358" y="27416"/>
                      <a:pt x="68572" y="19475"/>
                      <a:pt x="50448" y="23561"/>
                    </a:cubicBezTo>
                    <a:cubicBezTo>
                      <a:pt x="32324" y="27648"/>
                      <a:pt x="19566" y="42702"/>
                      <a:pt x="19566" y="60000"/>
                    </a:cubicBezTo>
                    <a:close/>
                  </a:path>
                </a:pathLst>
              </a:custGeom>
              <a:solidFill>
                <a:srgbClr val="FFFFFF"/>
              </a:solidFill>
              <a:ln>
                <a:noFill/>
              </a:ln>
            </p:spPr>
            <p:txBody>
              <a:bodyPr anchorCtr="0" anchor="ctr" bIns="34300" lIns="34300" spcFirstLastPara="1" rIns="34300" wrap="square" tIns="343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36" name="Google Shape;536;p13"/>
              <p:cNvSpPr/>
              <p:nvPr/>
            </p:nvSpPr>
            <p:spPr>
              <a:xfrm rot="10800000">
                <a:off x="5063525" y="6790693"/>
                <a:ext cx="1221599" cy="1062600"/>
              </a:xfrm>
              <a:custGeom>
                <a:rect b="b" l="l" r="r" t="t"/>
                <a:pathLst>
                  <a:path extrusionOk="0" h="120000" w="120000">
                    <a:moveTo>
                      <a:pt x="6522" y="60000"/>
                    </a:moveTo>
                    <a:lnTo>
                      <a:pt x="6522" y="60000"/>
                    </a:lnTo>
                    <a:cubicBezTo>
                      <a:pt x="6522" y="34374"/>
                      <a:pt x="25368" y="12492"/>
                      <a:pt x="51108" y="8231"/>
                    </a:cubicBezTo>
                    <a:cubicBezTo>
                      <a:pt x="76848" y="3970"/>
                      <a:pt x="101961" y="18575"/>
                      <a:pt x="110521" y="42784"/>
                    </a:cubicBezTo>
                    <a:lnTo>
                      <a:pt x="116428" y="42784"/>
                    </a:lnTo>
                    <a:lnTo>
                      <a:pt x="106956" y="60000"/>
                    </a:lnTo>
                    <a:lnTo>
                      <a:pt x="90340" y="42784"/>
                    </a:lnTo>
                    <a:lnTo>
                      <a:pt x="95921" y="42784"/>
                    </a:lnTo>
                    <a:cubicBezTo>
                      <a:pt x="87358" y="27416"/>
                      <a:pt x="68572" y="19475"/>
                      <a:pt x="50448" y="23561"/>
                    </a:cubicBezTo>
                    <a:cubicBezTo>
                      <a:pt x="32324" y="27648"/>
                      <a:pt x="19566" y="42702"/>
                      <a:pt x="19566" y="60000"/>
                    </a:cubicBezTo>
                    <a:close/>
                  </a:path>
                </a:pathLst>
              </a:custGeom>
              <a:solidFill>
                <a:srgbClr val="FFFFFF"/>
              </a:solidFill>
              <a:ln>
                <a:noFill/>
              </a:ln>
            </p:spPr>
            <p:txBody>
              <a:bodyPr anchorCtr="0" anchor="ctr" bIns="34300" lIns="34300" spcFirstLastPara="1" rIns="34300" wrap="square" tIns="343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sp>
          <p:nvSpPr>
            <p:cNvPr id="537" name="Google Shape;537;p13"/>
            <p:cNvSpPr txBox="1"/>
            <p:nvPr/>
          </p:nvSpPr>
          <p:spPr>
            <a:xfrm>
              <a:off x="3515400" y="1867600"/>
              <a:ext cx="2360400" cy="938700"/>
            </a:xfrm>
            <a:prstGeom prst="rect">
              <a:avLst/>
            </a:prstGeom>
            <a:noFill/>
            <a:ln>
              <a:noFill/>
            </a:ln>
          </p:spPr>
          <p:txBody>
            <a:bodyPr anchorCtr="0" anchor="t" bIns="17150" lIns="34300" spcFirstLastPara="1" rIns="34300" wrap="square" tIns="17150">
              <a:noAutofit/>
            </a:bodyPr>
            <a:lstStyle/>
            <a:p>
              <a:pPr indent="-285750" lvl="0" marL="457200" marR="0" rtl="0" algn="l">
                <a:lnSpc>
                  <a:spcPct val="150000"/>
                </a:lnSpc>
                <a:spcBef>
                  <a:spcPts val="0"/>
                </a:spcBef>
                <a:spcAft>
                  <a:spcPts val="0"/>
                </a:spcAft>
                <a:buClr>
                  <a:srgbClr val="666666"/>
                </a:buClr>
                <a:buSzPts val="900"/>
                <a:buFont typeface="Calibri"/>
                <a:buChar char="●"/>
              </a:pPr>
              <a:r>
                <a:rPr b="0" i="0" lang="en" sz="900" u="none" cap="none" strike="noStrike">
                  <a:solidFill>
                    <a:srgbClr val="666666"/>
                  </a:solidFill>
                  <a:latin typeface="Calibri"/>
                  <a:ea typeface="Calibri"/>
                  <a:cs typeface="Calibri"/>
                  <a:sym typeface="Calibri"/>
                </a:rPr>
                <a:t>Réseau professionnel de la fondatrice et des collaborateurs</a:t>
              </a:r>
              <a:endParaRPr b="0" i="0" sz="900" u="none" cap="none" strike="noStrike">
                <a:solidFill>
                  <a:srgbClr val="666666"/>
                </a:solidFill>
                <a:latin typeface="Calibri"/>
                <a:ea typeface="Calibri"/>
                <a:cs typeface="Calibri"/>
                <a:sym typeface="Calibri"/>
              </a:endParaRPr>
            </a:p>
            <a:p>
              <a:pPr indent="-285750" lvl="0" marL="457200" marR="0" rtl="0" algn="l">
                <a:lnSpc>
                  <a:spcPct val="150000"/>
                </a:lnSpc>
                <a:spcBef>
                  <a:spcPts val="0"/>
                </a:spcBef>
                <a:spcAft>
                  <a:spcPts val="0"/>
                </a:spcAft>
                <a:buClr>
                  <a:srgbClr val="666666"/>
                </a:buClr>
                <a:buSzPts val="900"/>
                <a:buFont typeface="Calibri"/>
                <a:buChar char="●"/>
              </a:pPr>
              <a:r>
                <a:rPr b="0" i="0" lang="en" sz="900" u="none" cap="none" strike="noStrike">
                  <a:solidFill>
                    <a:srgbClr val="666666"/>
                  </a:solidFill>
                  <a:latin typeface="Calibri"/>
                  <a:ea typeface="Calibri"/>
                  <a:cs typeface="Calibri"/>
                  <a:sym typeface="Calibri"/>
                </a:rPr>
                <a:t>Adaptabilité au regard des besoins du client</a:t>
              </a:r>
              <a:endParaRPr b="0" i="0" sz="1500" u="none" cap="none" strike="noStrike">
                <a:solidFill>
                  <a:srgbClr val="000000"/>
                </a:solidFill>
                <a:latin typeface="Arial"/>
                <a:ea typeface="Arial"/>
                <a:cs typeface="Arial"/>
                <a:sym typeface="Arial"/>
              </a:endParaRPr>
            </a:p>
            <a:p>
              <a:pPr indent="-285750" lvl="0" marL="457200" marR="0" rtl="0" algn="l">
                <a:lnSpc>
                  <a:spcPct val="150000"/>
                </a:lnSpc>
                <a:spcBef>
                  <a:spcPts val="0"/>
                </a:spcBef>
                <a:spcAft>
                  <a:spcPts val="0"/>
                </a:spcAft>
                <a:buClr>
                  <a:srgbClr val="666666"/>
                </a:buClr>
                <a:buSzPts val="900"/>
                <a:buFont typeface="Calibri"/>
                <a:buChar char="●"/>
              </a:pPr>
              <a:r>
                <a:rPr b="0" i="0" lang="en" sz="900" u="none" cap="none" strike="noStrike">
                  <a:solidFill>
                    <a:srgbClr val="666666"/>
                  </a:solidFill>
                  <a:latin typeface="Calibri"/>
                  <a:ea typeface="Calibri"/>
                  <a:cs typeface="Calibri"/>
                  <a:sym typeface="Calibri"/>
                </a:rPr>
                <a:t>Des outils de gestion adaptables à chaque projet</a:t>
              </a:r>
              <a:endParaRPr b="0" i="0" sz="900" u="none" cap="none" strike="noStrike">
                <a:solidFill>
                  <a:srgbClr val="666666"/>
                </a:solidFill>
                <a:latin typeface="Calibri"/>
                <a:ea typeface="Calibri"/>
                <a:cs typeface="Calibri"/>
                <a:sym typeface="Calibri"/>
              </a:endParaRPr>
            </a:p>
            <a:p>
              <a:pPr indent="0" lvl="0" marL="0" marR="0" rtl="0" algn="ctr">
                <a:lnSpc>
                  <a:spcPct val="150000"/>
                </a:lnSpc>
                <a:spcBef>
                  <a:spcPts val="0"/>
                </a:spcBef>
                <a:spcAft>
                  <a:spcPts val="0"/>
                </a:spcAft>
                <a:buClr>
                  <a:schemeClr val="dk1"/>
                </a:buClr>
                <a:buSzPts val="1100"/>
                <a:buFont typeface="Arial"/>
                <a:buNone/>
              </a:pPr>
              <a:r>
                <a:t/>
              </a:r>
              <a:endParaRPr b="0" i="0" sz="900" u="none" cap="none" strike="noStrike">
                <a:solidFill>
                  <a:srgbClr val="999999"/>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800"/>
                <a:buFont typeface="Calibri"/>
                <a:buNone/>
              </a:pPr>
              <a:r>
                <a:t/>
              </a:r>
              <a:endParaRPr b="0" i="0" sz="900" u="none" cap="none" strike="noStrike">
                <a:solidFill>
                  <a:srgbClr val="999999"/>
                </a:solidFill>
                <a:latin typeface="Calibri"/>
                <a:ea typeface="Calibri"/>
                <a:cs typeface="Calibri"/>
                <a:sym typeface="Calibri"/>
              </a:endParaRPr>
            </a:p>
          </p:txBody>
        </p:sp>
        <p:sp>
          <p:nvSpPr>
            <p:cNvPr id="538" name="Google Shape;538;p13"/>
            <p:cNvSpPr txBox="1"/>
            <p:nvPr/>
          </p:nvSpPr>
          <p:spPr>
            <a:xfrm>
              <a:off x="3643227" y="1559818"/>
              <a:ext cx="2187000" cy="262068"/>
            </a:xfrm>
            <a:prstGeom prst="rect">
              <a:avLst/>
            </a:prstGeom>
            <a:noFill/>
            <a:ln>
              <a:noFill/>
            </a:ln>
          </p:spPr>
          <p:txBody>
            <a:bodyPr anchorCtr="0" anchor="t" bIns="17150" lIns="34300" spcFirstLastPara="1" rIns="34300" wrap="square" tIns="17150">
              <a:noAutofit/>
            </a:bodyPr>
            <a:lstStyle/>
            <a:p>
              <a:pPr indent="0" lvl="0" marL="0" marR="0" rtl="0" algn="ctr">
                <a:lnSpc>
                  <a:spcPct val="100000"/>
                </a:lnSpc>
                <a:spcBef>
                  <a:spcPts val="0"/>
                </a:spcBef>
                <a:spcAft>
                  <a:spcPts val="0"/>
                </a:spcAft>
                <a:buClr>
                  <a:srgbClr val="4A86E8"/>
                </a:buClr>
                <a:buSzPts val="1200"/>
                <a:buFont typeface="Calibri"/>
                <a:buNone/>
              </a:pPr>
              <a:r>
                <a:rPr b="1" i="0" lang="en" sz="1200" u="none" cap="none" strike="noStrike">
                  <a:solidFill>
                    <a:srgbClr val="4A86E8"/>
                  </a:solidFill>
                  <a:latin typeface="Calibri"/>
                  <a:ea typeface="Calibri"/>
                  <a:cs typeface="Calibri"/>
                  <a:sym typeface="Calibri"/>
                </a:rPr>
                <a:t>FORCES</a:t>
              </a:r>
              <a:endParaRPr b="1" i="0" sz="1800" u="none" cap="none" strike="noStrike">
                <a:solidFill>
                  <a:srgbClr val="4A86E8"/>
                </a:solidFill>
                <a:latin typeface="Calibri"/>
                <a:ea typeface="Calibri"/>
                <a:cs typeface="Calibri"/>
                <a:sym typeface="Calibri"/>
              </a:endParaRPr>
            </a:p>
          </p:txBody>
        </p:sp>
        <p:sp>
          <p:nvSpPr>
            <p:cNvPr id="539" name="Google Shape;539;p13"/>
            <p:cNvSpPr txBox="1"/>
            <p:nvPr/>
          </p:nvSpPr>
          <p:spPr>
            <a:xfrm>
              <a:off x="3689990" y="3142746"/>
              <a:ext cx="2187000" cy="219300"/>
            </a:xfrm>
            <a:prstGeom prst="rect">
              <a:avLst/>
            </a:prstGeom>
            <a:noFill/>
            <a:ln>
              <a:noFill/>
            </a:ln>
          </p:spPr>
          <p:txBody>
            <a:bodyPr anchorCtr="0" anchor="t" bIns="17150" lIns="34300" spcFirstLastPara="1" rIns="34300" wrap="square" tIns="17150">
              <a:noAutofit/>
            </a:bodyPr>
            <a:lstStyle/>
            <a:p>
              <a:pPr indent="0" lvl="0" marL="0" marR="0" rtl="0" algn="ctr">
                <a:lnSpc>
                  <a:spcPct val="100000"/>
                </a:lnSpc>
                <a:spcBef>
                  <a:spcPts val="0"/>
                </a:spcBef>
                <a:spcAft>
                  <a:spcPts val="0"/>
                </a:spcAft>
                <a:buClr>
                  <a:srgbClr val="4A86E8"/>
                </a:buClr>
                <a:buSzPts val="1200"/>
                <a:buFont typeface="Calibri"/>
                <a:buNone/>
              </a:pPr>
              <a:r>
                <a:rPr b="1" i="0" lang="en" sz="1200" u="none" cap="none" strike="noStrike">
                  <a:solidFill>
                    <a:srgbClr val="4A86E8"/>
                  </a:solidFill>
                  <a:latin typeface="Calibri"/>
                  <a:ea typeface="Calibri"/>
                  <a:cs typeface="Calibri"/>
                  <a:sym typeface="Calibri"/>
                </a:rPr>
                <a:t>OPPORTUNITÉS</a:t>
              </a:r>
              <a:endParaRPr b="1" i="0" sz="1800" u="none" cap="none" strike="noStrike">
                <a:solidFill>
                  <a:srgbClr val="4A86E8"/>
                </a:solidFill>
                <a:latin typeface="Calibri"/>
                <a:ea typeface="Calibri"/>
                <a:cs typeface="Calibri"/>
                <a:sym typeface="Calibri"/>
              </a:endParaRPr>
            </a:p>
          </p:txBody>
        </p:sp>
        <p:sp>
          <p:nvSpPr>
            <p:cNvPr id="540" name="Google Shape;540;p13"/>
            <p:cNvSpPr txBox="1"/>
            <p:nvPr/>
          </p:nvSpPr>
          <p:spPr>
            <a:xfrm>
              <a:off x="3490901" y="3398841"/>
              <a:ext cx="2402100" cy="1129500"/>
            </a:xfrm>
            <a:prstGeom prst="rect">
              <a:avLst/>
            </a:prstGeom>
            <a:noFill/>
            <a:ln>
              <a:noFill/>
            </a:ln>
          </p:spPr>
          <p:txBody>
            <a:bodyPr anchorCtr="0" anchor="t" bIns="17150" lIns="34300" spcFirstLastPara="1" rIns="34300" wrap="square" tIns="17150">
              <a:noAutofit/>
            </a:bodyPr>
            <a:lstStyle/>
            <a:p>
              <a:pPr indent="-285750" lvl="0" marL="457200" marR="0" rtl="0" algn="l">
                <a:lnSpc>
                  <a:spcPct val="150000"/>
                </a:lnSpc>
                <a:spcBef>
                  <a:spcPts val="0"/>
                </a:spcBef>
                <a:spcAft>
                  <a:spcPts val="0"/>
                </a:spcAft>
                <a:buClr>
                  <a:srgbClr val="666666"/>
                </a:buClr>
                <a:buSzPts val="900"/>
                <a:buFont typeface="Calibri"/>
                <a:buChar char="●"/>
              </a:pPr>
              <a:r>
                <a:rPr b="0" i="0" lang="en" sz="900" u="none" cap="none" strike="noStrike">
                  <a:solidFill>
                    <a:srgbClr val="666666"/>
                  </a:solidFill>
                  <a:latin typeface="Calibri"/>
                  <a:ea typeface="Calibri"/>
                  <a:cs typeface="Calibri"/>
                  <a:sym typeface="Calibri"/>
                </a:rPr>
                <a:t>Des partenariats avec un réseau de prestataires sur chaque territoire d’implantation</a:t>
              </a:r>
              <a:endParaRPr b="0" i="0" sz="1500" u="none" cap="none" strike="noStrike">
                <a:solidFill>
                  <a:srgbClr val="000000"/>
                </a:solidFill>
                <a:latin typeface="Arial"/>
                <a:ea typeface="Arial"/>
                <a:cs typeface="Arial"/>
                <a:sym typeface="Arial"/>
              </a:endParaRPr>
            </a:p>
            <a:p>
              <a:pPr indent="-285750" lvl="0" marL="457200" marR="0" rtl="0" algn="l">
                <a:lnSpc>
                  <a:spcPct val="150000"/>
                </a:lnSpc>
                <a:spcBef>
                  <a:spcPts val="0"/>
                </a:spcBef>
                <a:spcAft>
                  <a:spcPts val="0"/>
                </a:spcAft>
                <a:buClr>
                  <a:srgbClr val="666666"/>
                </a:buClr>
                <a:buSzPts val="900"/>
                <a:buFont typeface="Calibri"/>
                <a:buChar char="●"/>
              </a:pPr>
              <a:r>
                <a:rPr b="0" i="0" lang="en" sz="900" u="none" cap="none" strike="noStrike">
                  <a:solidFill>
                    <a:srgbClr val="666666"/>
                  </a:solidFill>
                  <a:latin typeface="Calibri"/>
                  <a:ea typeface="Calibri"/>
                  <a:cs typeface="Calibri"/>
                  <a:sym typeface="Calibri"/>
                </a:rPr>
                <a:t>De nouveaux services : compte bancaire dédié, services bancaires adaptables par porteur de projet</a:t>
              </a:r>
              <a:endParaRPr b="0" i="0" sz="900" u="none" cap="none" strike="noStrike">
                <a:solidFill>
                  <a:srgbClr val="666666"/>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800"/>
                <a:buFont typeface="Calibri"/>
                <a:buNone/>
              </a:pPr>
              <a:r>
                <a:t/>
              </a:r>
              <a:endParaRPr b="0" i="0" sz="900" u="none" cap="none" strike="noStrike">
                <a:solidFill>
                  <a:srgbClr val="999999"/>
                </a:solidFill>
                <a:latin typeface="Calibri"/>
                <a:ea typeface="Calibri"/>
                <a:cs typeface="Calibri"/>
                <a:sym typeface="Calibri"/>
              </a:endParaRPr>
            </a:p>
          </p:txBody>
        </p:sp>
        <p:sp>
          <p:nvSpPr>
            <p:cNvPr id="541" name="Google Shape;541;p13"/>
            <p:cNvSpPr txBox="1"/>
            <p:nvPr/>
          </p:nvSpPr>
          <p:spPr>
            <a:xfrm>
              <a:off x="6007276" y="1860306"/>
              <a:ext cx="2718000" cy="1268400"/>
            </a:xfrm>
            <a:prstGeom prst="rect">
              <a:avLst/>
            </a:prstGeom>
            <a:noFill/>
            <a:ln>
              <a:noFill/>
            </a:ln>
          </p:spPr>
          <p:txBody>
            <a:bodyPr anchorCtr="0" anchor="t" bIns="17150" lIns="34300" spcFirstLastPara="1" rIns="34300" wrap="square" tIns="17150">
              <a:noAutofit/>
            </a:bodyPr>
            <a:lstStyle/>
            <a:p>
              <a:pPr indent="-285750" lvl="0" marL="457200" marR="0" rtl="0" algn="l">
                <a:lnSpc>
                  <a:spcPct val="150000"/>
                </a:lnSpc>
                <a:spcBef>
                  <a:spcPts val="0"/>
                </a:spcBef>
                <a:spcAft>
                  <a:spcPts val="0"/>
                </a:spcAft>
                <a:buClr>
                  <a:srgbClr val="666666"/>
                </a:buClr>
                <a:buSzPts val="900"/>
                <a:buFont typeface="Calibri"/>
                <a:buChar char="●"/>
              </a:pPr>
              <a:r>
                <a:rPr b="0" i="0" lang="en" sz="900" u="none" cap="none" strike="noStrike">
                  <a:solidFill>
                    <a:srgbClr val="666666"/>
                  </a:solidFill>
                  <a:latin typeface="Calibri"/>
                  <a:ea typeface="Calibri"/>
                  <a:cs typeface="Calibri"/>
                  <a:sym typeface="Calibri"/>
                </a:rPr>
                <a:t>Des délais dans la mise en œuvre des garanties financières</a:t>
              </a:r>
              <a:endParaRPr b="0" i="0" sz="1500" u="none" cap="none" strike="noStrike">
                <a:solidFill>
                  <a:srgbClr val="000000"/>
                </a:solidFill>
                <a:latin typeface="Arial"/>
                <a:ea typeface="Arial"/>
                <a:cs typeface="Arial"/>
                <a:sym typeface="Arial"/>
              </a:endParaRPr>
            </a:p>
            <a:p>
              <a:pPr indent="-285750" lvl="0" marL="457200" marR="0" rtl="0" algn="l">
                <a:lnSpc>
                  <a:spcPct val="150000"/>
                </a:lnSpc>
                <a:spcBef>
                  <a:spcPts val="0"/>
                </a:spcBef>
                <a:spcAft>
                  <a:spcPts val="0"/>
                </a:spcAft>
                <a:buClr>
                  <a:srgbClr val="666666"/>
                </a:buClr>
                <a:buSzPts val="900"/>
                <a:buFont typeface="Calibri"/>
                <a:buChar char="●"/>
              </a:pPr>
              <a:r>
                <a:rPr b="0" i="0" lang="en" sz="900" u="none" cap="none" strike="noStrike">
                  <a:solidFill>
                    <a:srgbClr val="666666"/>
                  </a:solidFill>
                  <a:latin typeface="Calibri"/>
                  <a:ea typeface="Calibri"/>
                  <a:cs typeface="Calibri"/>
                  <a:sym typeface="Calibri"/>
                </a:rPr>
                <a:t>Les délais dans le conventionnement des projets accompagnés</a:t>
              </a:r>
              <a:endParaRPr b="0" i="0" sz="1500" u="none" cap="none" strike="noStrike">
                <a:solidFill>
                  <a:srgbClr val="000000"/>
                </a:solidFill>
                <a:latin typeface="Arial"/>
                <a:ea typeface="Arial"/>
                <a:cs typeface="Arial"/>
                <a:sym typeface="Arial"/>
              </a:endParaRPr>
            </a:p>
            <a:p>
              <a:pPr indent="-285750" lvl="0" marL="457200" marR="0" rtl="0" algn="l">
                <a:lnSpc>
                  <a:spcPct val="150000"/>
                </a:lnSpc>
                <a:spcBef>
                  <a:spcPts val="0"/>
                </a:spcBef>
                <a:spcAft>
                  <a:spcPts val="0"/>
                </a:spcAft>
                <a:buClr>
                  <a:srgbClr val="666666"/>
                </a:buClr>
                <a:buSzPts val="900"/>
                <a:buFont typeface="Calibri"/>
                <a:buChar char="●"/>
              </a:pPr>
              <a:r>
                <a:rPr b="0" i="0" lang="en" sz="900" u="none" cap="none" strike="noStrike">
                  <a:solidFill>
                    <a:srgbClr val="666666"/>
                  </a:solidFill>
                  <a:latin typeface="Calibri"/>
                  <a:ea typeface="Calibri"/>
                  <a:cs typeface="Calibri"/>
                  <a:sym typeface="Calibri"/>
                </a:rPr>
                <a:t>La nécessité de calibrer les outils de gestion en fonction du projet</a:t>
              </a:r>
              <a:endParaRPr b="0" i="0" sz="1500" u="none" cap="none" strike="noStrike">
                <a:solidFill>
                  <a:srgbClr val="000000"/>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900"/>
                <a:buFont typeface="Arial"/>
                <a:buNone/>
              </a:pPr>
              <a:r>
                <a:t/>
              </a:r>
              <a:endParaRPr b="0" i="0" sz="900" u="none" cap="none" strike="noStrike">
                <a:solidFill>
                  <a:srgbClr val="666666"/>
                </a:solidFill>
                <a:latin typeface="Calibri"/>
                <a:ea typeface="Calibri"/>
                <a:cs typeface="Calibri"/>
                <a:sym typeface="Calibri"/>
              </a:endParaRPr>
            </a:p>
            <a:p>
              <a:pPr indent="0" lvl="0" marL="0" marR="0" rtl="0" algn="ctr">
                <a:lnSpc>
                  <a:spcPct val="150000"/>
                </a:lnSpc>
                <a:spcBef>
                  <a:spcPts val="0"/>
                </a:spcBef>
                <a:spcAft>
                  <a:spcPts val="0"/>
                </a:spcAft>
                <a:buClr>
                  <a:schemeClr val="dk1"/>
                </a:buClr>
                <a:buSzPts val="1100"/>
                <a:buFont typeface="Calibri"/>
                <a:buNone/>
              </a:pPr>
              <a:r>
                <a:t/>
              </a:r>
              <a:endParaRPr b="0" i="0" sz="900" u="none" cap="none" strike="noStrike">
                <a:solidFill>
                  <a:srgbClr val="999999"/>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800"/>
                <a:buFont typeface="Calibri"/>
                <a:buNone/>
              </a:pPr>
              <a:r>
                <a:t/>
              </a:r>
              <a:endParaRPr b="0" i="0" sz="900" u="none" cap="none" strike="noStrike">
                <a:solidFill>
                  <a:srgbClr val="999999"/>
                </a:solidFill>
                <a:latin typeface="Calibri"/>
                <a:ea typeface="Calibri"/>
                <a:cs typeface="Calibri"/>
                <a:sym typeface="Calibri"/>
              </a:endParaRPr>
            </a:p>
          </p:txBody>
        </p:sp>
        <p:sp>
          <p:nvSpPr>
            <p:cNvPr id="542" name="Google Shape;542;p13"/>
            <p:cNvSpPr txBox="1"/>
            <p:nvPr/>
          </p:nvSpPr>
          <p:spPr>
            <a:xfrm>
              <a:off x="6104361" y="1581201"/>
              <a:ext cx="2187000" cy="219300"/>
            </a:xfrm>
            <a:prstGeom prst="rect">
              <a:avLst/>
            </a:prstGeom>
            <a:noFill/>
            <a:ln>
              <a:noFill/>
            </a:ln>
          </p:spPr>
          <p:txBody>
            <a:bodyPr anchorCtr="0" anchor="t" bIns="17150" lIns="34300" spcFirstLastPara="1" rIns="34300" wrap="square" tIns="17150">
              <a:noAutofit/>
            </a:bodyPr>
            <a:lstStyle/>
            <a:p>
              <a:pPr indent="0" lvl="0" marL="0" marR="0" rtl="0" algn="ctr">
                <a:lnSpc>
                  <a:spcPct val="100000"/>
                </a:lnSpc>
                <a:spcBef>
                  <a:spcPts val="0"/>
                </a:spcBef>
                <a:spcAft>
                  <a:spcPts val="0"/>
                </a:spcAft>
                <a:buClr>
                  <a:srgbClr val="4A86E8"/>
                </a:buClr>
                <a:buSzPts val="1200"/>
                <a:buFont typeface="Calibri"/>
                <a:buNone/>
              </a:pPr>
              <a:r>
                <a:rPr b="1" i="0" lang="en" sz="1200" u="none" cap="none" strike="noStrike">
                  <a:solidFill>
                    <a:srgbClr val="4A86E8"/>
                  </a:solidFill>
                  <a:latin typeface="Calibri"/>
                  <a:ea typeface="Calibri"/>
                  <a:cs typeface="Calibri"/>
                  <a:sym typeface="Calibri"/>
                </a:rPr>
                <a:t>FAIBLESSES</a:t>
              </a:r>
              <a:endParaRPr b="1" i="0" sz="1800" u="none" cap="none" strike="noStrike">
                <a:solidFill>
                  <a:srgbClr val="4A86E8"/>
                </a:solidFill>
                <a:latin typeface="Calibri"/>
                <a:ea typeface="Calibri"/>
                <a:cs typeface="Calibri"/>
                <a:sym typeface="Calibri"/>
              </a:endParaRPr>
            </a:p>
          </p:txBody>
        </p:sp>
        <p:sp>
          <p:nvSpPr>
            <p:cNvPr id="543" name="Google Shape;543;p13"/>
            <p:cNvSpPr txBox="1"/>
            <p:nvPr/>
          </p:nvSpPr>
          <p:spPr>
            <a:xfrm>
              <a:off x="6104361" y="3128707"/>
              <a:ext cx="2187000" cy="219300"/>
            </a:xfrm>
            <a:prstGeom prst="rect">
              <a:avLst/>
            </a:prstGeom>
            <a:noFill/>
            <a:ln>
              <a:noFill/>
            </a:ln>
          </p:spPr>
          <p:txBody>
            <a:bodyPr anchorCtr="0" anchor="t" bIns="17150" lIns="34300" spcFirstLastPara="1" rIns="34300" wrap="square" tIns="17150">
              <a:noAutofit/>
            </a:bodyPr>
            <a:lstStyle/>
            <a:p>
              <a:pPr indent="0" lvl="0" marL="0" marR="0" rtl="0" algn="ctr">
                <a:lnSpc>
                  <a:spcPct val="100000"/>
                </a:lnSpc>
                <a:spcBef>
                  <a:spcPts val="0"/>
                </a:spcBef>
                <a:spcAft>
                  <a:spcPts val="0"/>
                </a:spcAft>
                <a:buClr>
                  <a:srgbClr val="4A86E8"/>
                </a:buClr>
                <a:buSzPts val="1200"/>
                <a:buFont typeface="Calibri"/>
                <a:buNone/>
              </a:pPr>
              <a:r>
                <a:rPr b="1" i="0" lang="en" sz="1200" u="none" cap="none" strike="noStrike">
                  <a:solidFill>
                    <a:srgbClr val="4A86E8"/>
                  </a:solidFill>
                  <a:latin typeface="Calibri"/>
                  <a:ea typeface="Calibri"/>
                  <a:cs typeface="Calibri"/>
                  <a:sym typeface="Calibri"/>
                </a:rPr>
                <a:t>MENACES</a:t>
              </a:r>
              <a:endParaRPr b="1" i="0" sz="1800" u="none" cap="none" strike="noStrike">
                <a:solidFill>
                  <a:srgbClr val="4A86E8"/>
                </a:solidFill>
                <a:latin typeface="Calibri"/>
                <a:ea typeface="Calibri"/>
                <a:cs typeface="Calibri"/>
                <a:sym typeface="Calibri"/>
              </a:endParaRPr>
            </a:p>
          </p:txBody>
        </p:sp>
        <p:sp>
          <p:nvSpPr>
            <p:cNvPr id="544" name="Google Shape;544;p13"/>
            <p:cNvSpPr txBox="1"/>
            <p:nvPr/>
          </p:nvSpPr>
          <p:spPr>
            <a:xfrm>
              <a:off x="6045325" y="3404655"/>
              <a:ext cx="2504700" cy="1296765"/>
            </a:xfrm>
            <a:prstGeom prst="rect">
              <a:avLst/>
            </a:prstGeom>
            <a:noFill/>
            <a:ln>
              <a:noFill/>
            </a:ln>
          </p:spPr>
          <p:txBody>
            <a:bodyPr anchorCtr="0" anchor="t" bIns="17150" lIns="34300" spcFirstLastPara="1" rIns="34300" wrap="square" tIns="17150">
              <a:noAutofit/>
            </a:bodyPr>
            <a:lstStyle/>
            <a:p>
              <a:pPr indent="-285750" lvl="0" marL="457200" marR="0" rtl="0" algn="l">
                <a:lnSpc>
                  <a:spcPct val="150000"/>
                </a:lnSpc>
                <a:spcBef>
                  <a:spcPts val="0"/>
                </a:spcBef>
                <a:spcAft>
                  <a:spcPts val="0"/>
                </a:spcAft>
                <a:buClr>
                  <a:srgbClr val="666666"/>
                </a:buClr>
                <a:buSzPts val="900"/>
                <a:buFont typeface="Calibri"/>
                <a:buChar char="●"/>
              </a:pPr>
              <a:r>
                <a:rPr b="0" i="0" lang="en" sz="900" u="none" cap="none" strike="noStrike">
                  <a:solidFill>
                    <a:srgbClr val="666666"/>
                  </a:solidFill>
                  <a:latin typeface="Calibri"/>
                  <a:ea typeface="Calibri"/>
                  <a:cs typeface="Calibri"/>
                  <a:sym typeface="Calibri"/>
                </a:rPr>
                <a:t>Une demande très importante au démarrage insatisfaite</a:t>
              </a:r>
              <a:endParaRPr b="0" i="0" sz="1500" u="none" cap="none" strike="noStrike">
                <a:solidFill>
                  <a:srgbClr val="000000"/>
                </a:solidFill>
                <a:latin typeface="Arial"/>
                <a:ea typeface="Arial"/>
                <a:cs typeface="Arial"/>
                <a:sym typeface="Arial"/>
              </a:endParaRPr>
            </a:p>
            <a:p>
              <a:pPr indent="-285750" lvl="0" marL="457200" marR="0" rtl="0" algn="l">
                <a:lnSpc>
                  <a:spcPct val="150000"/>
                </a:lnSpc>
                <a:spcBef>
                  <a:spcPts val="0"/>
                </a:spcBef>
                <a:spcAft>
                  <a:spcPts val="0"/>
                </a:spcAft>
                <a:buClr>
                  <a:srgbClr val="666666"/>
                </a:buClr>
                <a:buSzPts val="900"/>
                <a:buFont typeface="Calibri"/>
                <a:buChar char="●"/>
              </a:pPr>
              <a:r>
                <a:rPr b="0" i="0" lang="en" sz="900" u="none" cap="none" strike="noStrike">
                  <a:solidFill>
                    <a:srgbClr val="666666"/>
                  </a:solidFill>
                  <a:latin typeface="Calibri"/>
                  <a:ea typeface="Calibri"/>
                  <a:cs typeface="Calibri"/>
                  <a:sym typeface="Calibri"/>
                </a:rPr>
                <a:t>Multiplicité des structures d’accompagnement</a:t>
              </a:r>
              <a:endParaRPr b="0" i="0" sz="1400" u="none" cap="none" strike="noStrike">
                <a:solidFill>
                  <a:srgbClr val="000000"/>
                </a:solidFill>
                <a:latin typeface="Arial"/>
                <a:ea typeface="Arial"/>
                <a:cs typeface="Arial"/>
                <a:sym typeface="Arial"/>
              </a:endParaRPr>
            </a:p>
            <a:p>
              <a:pPr indent="-228600" lvl="0" marL="457200" marR="0" rtl="0" algn="l">
                <a:lnSpc>
                  <a:spcPct val="150000"/>
                </a:lnSpc>
                <a:spcBef>
                  <a:spcPts val="0"/>
                </a:spcBef>
                <a:spcAft>
                  <a:spcPts val="0"/>
                </a:spcAft>
                <a:buClr>
                  <a:srgbClr val="666666"/>
                </a:buClr>
                <a:buSzPts val="800"/>
                <a:buFont typeface="Calibri"/>
                <a:buNone/>
              </a:pPr>
              <a:r>
                <a:t/>
              </a:r>
              <a:endParaRPr b="0" i="0" sz="900" u="none" cap="none" strike="noStrike">
                <a:solidFill>
                  <a:srgbClr val="999999"/>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800"/>
                <a:buFont typeface="Calibri"/>
                <a:buNone/>
              </a:pPr>
              <a:r>
                <a:t/>
              </a:r>
              <a:endParaRPr b="0" i="0" sz="900" u="none" cap="none" strike="noStrike">
                <a:solidFill>
                  <a:srgbClr val="999999"/>
                </a:solidFill>
                <a:latin typeface="Calibri"/>
                <a:ea typeface="Calibri"/>
                <a:cs typeface="Calibri"/>
                <a:sym typeface="Calibri"/>
              </a:endParaRPr>
            </a:p>
          </p:txBody>
        </p:sp>
      </p:grpSp>
      <p:sp>
        <p:nvSpPr>
          <p:cNvPr id="545" name="Google Shape;545;p13"/>
          <p:cNvSpPr txBox="1"/>
          <p:nvPr>
            <p:ph idx="12" type="sldNum"/>
          </p:nvPr>
        </p:nvSpPr>
        <p:spPr>
          <a:xfrm>
            <a:off x="8001323" y="47499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pic>
        <p:nvPicPr>
          <p:cNvPr id="550" name="Google Shape;550;p14"/>
          <p:cNvPicPr preferRelativeResize="0"/>
          <p:nvPr/>
        </p:nvPicPr>
        <p:blipFill rotWithShape="1">
          <a:blip r:embed="rId3">
            <a:alphaModFix amt="15000"/>
          </a:blip>
          <a:srcRect b="0" l="0" r="0" t="0"/>
          <a:stretch/>
        </p:blipFill>
        <p:spPr>
          <a:xfrm>
            <a:off x="2202988" y="95700"/>
            <a:ext cx="5143500" cy="5143500"/>
          </a:xfrm>
          <a:prstGeom prst="rect">
            <a:avLst/>
          </a:prstGeom>
          <a:noFill/>
          <a:ln>
            <a:noFill/>
          </a:ln>
          <a:effectLst>
            <a:outerShdw blurRad="1270000" rotWithShape="0" algn="ctr" dir="5400000" dist="50800">
              <a:schemeClr val="lt1">
                <a:alpha val="0"/>
              </a:schemeClr>
            </a:outerShdw>
          </a:effectLst>
        </p:spPr>
      </p:pic>
      <p:sp>
        <p:nvSpPr>
          <p:cNvPr id="551" name="Google Shape;551;p14"/>
          <p:cNvSpPr txBox="1"/>
          <p:nvPr/>
        </p:nvSpPr>
        <p:spPr>
          <a:xfrm>
            <a:off x="6741875" y="4823925"/>
            <a:ext cx="2257200" cy="219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B7B7B7"/>
              </a:buClr>
              <a:buSzPts val="800"/>
              <a:buFont typeface="Calibri"/>
              <a:buNone/>
            </a:pPr>
            <a:r>
              <a:t/>
            </a:r>
            <a:endParaRPr b="0" i="0" sz="800" u="none" cap="none" strike="noStrike">
              <a:solidFill>
                <a:srgbClr val="B7B7B7"/>
              </a:solidFill>
              <a:latin typeface="Calibri"/>
              <a:ea typeface="Calibri"/>
              <a:cs typeface="Calibri"/>
              <a:sym typeface="Calibri"/>
            </a:endParaRPr>
          </a:p>
        </p:txBody>
      </p:sp>
      <p:sp>
        <p:nvSpPr>
          <p:cNvPr id="552" name="Google Shape;552;p14"/>
          <p:cNvSpPr/>
          <p:nvPr/>
        </p:nvSpPr>
        <p:spPr>
          <a:xfrm>
            <a:off x="657421"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chemeClr val="dk1"/>
              </a:buClr>
              <a:buSzPts val="3600"/>
              <a:buFont typeface="Calibri"/>
              <a:buNone/>
            </a:pPr>
            <a:r>
              <a:t/>
            </a:r>
            <a:endParaRPr b="0" i="0" sz="3600" u="none" cap="none" strike="noStrike">
              <a:solidFill>
                <a:srgbClr val="FFFFFF"/>
              </a:solidFill>
              <a:latin typeface="Montserrat Light"/>
              <a:ea typeface="Montserrat Light"/>
              <a:cs typeface="Montserrat Light"/>
              <a:sym typeface="Montserrat Light"/>
            </a:endParaRPr>
          </a:p>
        </p:txBody>
      </p:sp>
      <p:sp>
        <p:nvSpPr>
          <p:cNvPr id="553" name="Google Shape;553;p14"/>
          <p:cNvSpPr/>
          <p:nvPr/>
        </p:nvSpPr>
        <p:spPr>
          <a:xfrm>
            <a:off x="196228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554" name="Google Shape;554;p14"/>
          <p:cNvSpPr/>
          <p:nvPr/>
        </p:nvSpPr>
        <p:spPr>
          <a:xfrm>
            <a:off x="3267140" y="95700"/>
            <a:ext cx="1305000" cy="120300"/>
          </a:xfrm>
          <a:prstGeom prst="chevron">
            <a:avLst>
              <a:gd fmla="val 65738" name="adj"/>
            </a:avLst>
          </a:prstGeom>
          <a:solidFill>
            <a:srgbClr val="558ED5"/>
          </a:solidFill>
          <a:ln>
            <a:noFill/>
          </a:ln>
          <a:effectLst>
            <a:outerShdw blurRad="57150" rotWithShape="0" algn="bl" dir="5520000" dist="19050">
              <a:srgbClr val="000000">
                <a:alpha val="20000"/>
              </a:srgbClr>
            </a:outerShdw>
          </a:effectLst>
        </p:spPr>
        <p:txBody>
          <a:bodyPr anchorCtr="0" anchor="ctr" bIns="47900" lIns="448800" spcFirstLastPara="1" rIns="353000" wrap="square" tIns="47900">
            <a:noAutofit/>
          </a:bodyPr>
          <a:lstStyle/>
          <a:p>
            <a:pPr indent="0" lvl="0" marL="0" marR="0" rtl="0" algn="l">
              <a:lnSpc>
                <a:spcPct val="100000"/>
              </a:lnSpc>
              <a:spcBef>
                <a:spcPts val="0"/>
              </a:spcBef>
              <a:spcAft>
                <a:spcPts val="0"/>
              </a:spcAft>
              <a:buClr>
                <a:schemeClr val="dk1"/>
              </a:buClr>
              <a:buSzPts val="1800"/>
              <a:buFont typeface="Calibri"/>
              <a:buNone/>
            </a:pPr>
            <a:r>
              <a:rPr b="0" i="0" lang="en"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555" name="Google Shape;555;p14"/>
          <p:cNvSpPr/>
          <p:nvPr/>
        </p:nvSpPr>
        <p:spPr>
          <a:xfrm>
            <a:off x="457200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3600" u="none" cap="none" strike="noStrike">
              <a:solidFill>
                <a:srgbClr val="FFFFFF"/>
              </a:solidFill>
              <a:latin typeface="Montserrat Light"/>
              <a:ea typeface="Montserrat Light"/>
              <a:cs typeface="Montserrat Light"/>
              <a:sym typeface="Montserrat Light"/>
            </a:endParaRPr>
          </a:p>
        </p:txBody>
      </p:sp>
      <p:sp>
        <p:nvSpPr>
          <p:cNvPr id="556" name="Google Shape;556;p14"/>
          <p:cNvSpPr/>
          <p:nvPr/>
        </p:nvSpPr>
        <p:spPr>
          <a:xfrm>
            <a:off x="5876860" y="95700"/>
            <a:ext cx="1305000" cy="120300"/>
          </a:xfrm>
          <a:prstGeom prst="chevron">
            <a:avLst>
              <a:gd fmla="val 65738" name="adj"/>
            </a:avLst>
          </a:prstGeom>
          <a:solidFill>
            <a:srgbClr val="EFEFEF"/>
          </a:solidFill>
          <a:ln>
            <a:noFill/>
          </a:ln>
        </p:spPr>
        <p:txBody>
          <a:bodyPr anchorCtr="0" anchor="ctr" bIns="47900" lIns="448800" spcFirstLastPara="1" rIns="353000" wrap="square" tIns="47900">
            <a:noAutofit/>
          </a:bodyPr>
          <a:lstStyle/>
          <a:p>
            <a:pPr indent="0" lvl="0" marL="0" marR="0" rtl="0" algn="l">
              <a:lnSpc>
                <a:spcPct val="90000"/>
              </a:lnSpc>
              <a:spcBef>
                <a:spcPts val="0"/>
              </a:spcBef>
              <a:spcAft>
                <a:spcPts val="0"/>
              </a:spcAft>
              <a:buClr>
                <a:srgbClr val="FFFFFF"/>
              </a:buClr>
              <a:buSzPts val="3600"/>
              <a:buFont typeface="Montserrat Light"/>
              <a:buNone/>
            </a:pPr>
            <a:r>
              <a:rPr b="0" i="0" lang="en" sz="3600" u="none" cap="none" strike="noStrike">
                <a:solidFill>
                  <a:srgbClr val="FFFFFF"/>
                </a:solidFill>
                <a:latin typeface="Montserrat Light"/>
                <a:ea typeface="Montserrat Light"/>
                <a:cs typeface="Montserrat Light"/>
                <a:sym typeface="Montserrat Light"/>
              </a:rPr>
              <a:t> </a:t>
            </a:r>
            <a:endParaRPr b="0" i="0" sz="500" u="none" cap="none" strike="noStrike">
              <a:solidFill>
                <a:schemeClr val="dk1"/>
              </a:solidFill>
              <a:latin typeface="Calibri"/>
              <a:ea typeface="Calibri"/>
              <a:cs typeface="Calibri"/>
              <a:sym typeface="Calibri"/>
            </a:endParaRPr>
          </a:p>
        </p:txBody>
      </p:sp>
      <p:sp>
        <p:nvSpPr>
          <p:cNvPr id="557" name="Google Shape;557;p14"/>
          <p:cNvSpPr txBox="1"/>
          <p:nvPr/>
        </p:nvSpPr>
        <p:spPr>
          <a:xfrm>
            <a:off x="65859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OPPORTUNITÉ DE MARCHÉ</a:t>
            </a:r>
            <a:endParaRPr b="0" i="0" sz="700" u="none" cap="none" strike="noStrike">
              <a:solidFill>
                <a:srgbClr val="B7B7B7"/>
              </a:solidFill>
              <a:latin typeface="Calibri"/>
              <a:ea typeface="Calibri"/>
              <a:cs typeface="Calibri"/>
              <a:sym typeface="Calibri"/>
            </a:endParaRPr>
          </a:p>
        </p:txBody>
      </p:sp>
      <p:sp>
        <p:nvSpPr>
          <p:cNvPr id="558" name="Google Shape;558;p14"/>
          <p:cNvSpPr txBox="1"/>
          <p:nvPr/>
        </p:nvSpPr>
        <p:spPr>
          <a:xfrm>
            <a:off x="196345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LE PROJET</a:t>
            </a:r>
            <a:endParaRPr b="0" i="0" sz="700" u="none" cap="none" strike="noStrike">
              <a:solidFill>
                <a:srgbClr val="B7B7B7"/>
              </a:solidFill>
              <a:latin typeface="Calibri"/>
              <a:ea typeface="Calibri"/>
              <a:cs typeface="Calibri"/>
              <a:sym typeface="Calibri"/>
            </a:endParaRPr>
          </a:p>
        </p:txBody>
      </p:sp>
      <p:sp>
        <p:nvSpPr>
          <p:cNvPr id="559" name="Google Shape;559;p14"/>
          <p:cNvSpPr txBox="1"/>
          <p:nvPr/>
        </p:nvSpPr>
        <p:spPr>
          <a:xfrm>
            <a:off x="326831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3C78D8"/>
              </a:buClr>
              <a:buSzPts val="700"/>
              <a:buFont typeface="Calibri"/>
              <a:buNone/>
            </a:pPr>
            <a:r>
              <a:rPr b="1" i="0" lang="en" sz="700" u="none" cap="none" strike="noStrike">
                <a:solidFill>
                  <a:srgbClr val="558ED5"/>
                </a:solidFill>
                <a:latin typeface="Calibri"/>
                <a:ea typeface="Calibri"/>
                <a:cs typeface="Calibri"/>
                <a:sym typeface="Calibri"/>
              </a:rPr>
              <a:t>LE MARCHÉ</a:t>
            </a:r>
            <a:endParaRPr b="1" i="0" sz="700" u="none" cap="none" strike="noStrike">
              <a:solidFill>
                <a:srgbClr val="558ED5"/>
              </a:solidFill>
              <a:latin typeface="Calibri"/>
              <a:ea typeface="Calibri"/>
              <a:cs typeface="Calibri"/>
              <a:sym typeface="Calibri"/>
            </a:endParaRPr>
          </a:p>
        </p:txBody>
      </p:sp>
      <p:sp>
        <p:nvSpPr>
          <p:cNvPr id="560" name="Google Shape;560;p14"/>
          <p:cNvSpPr txBox="1"/>
          <p:nvPr/>
        </p:nvSpPr>
        <p:spPr>
          <a:xfrm>
            <a:off x="4573178"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LA STRATÉGIE</a:t>
            </a:r>
            <a:endParaRPr b="0" i="0" sz="700" u="none" cap="none" strike="noStrike">
              <a:solidFill>
                <a:srgbClr val="B7B7B7"/>
              </a:solidFill>
              <a:latin typeface="Calibri"/>
              <a:ea typeface="Calibri"/>
              <a:cs typeface="Calibri"/>
              <a:sym typeface="Calibri"/>
            </a:endParaRPr>
          </a:p>
        </p:txBody>
      </p:sp>
      <p:sp>
        <p:nvSpPr>
          <p:cNvPr id="561" name="Google Shape;561;p14"/>
          <p:cNvSpPr txBox="1"/>
          <p:nvPr/>
        </p:nvSpPr>
        <p:spPr>
          <a:xfrm>
            <a:off x="5878037" y="269138"/>
            <a:ext cx="1302599" cy="159600"/>
          </a:xfrm>
          <a:prstGeom prst="rect">
            <a:avLst/>
          </a:prstGeom>
          <a:noFill/>
          <a:ln>
            <a:noFill/>
          </a:ln>
        </p:spPr>
        <p:txBody>
          <a:bodyPr anchorCtr="0" anchor="t" bIns="34225" lIns="34225" spcFirstLastPara="1" rIns="34225" wrap="square" tIns="34225">
            <a:noAutofit/>
          </a:bodyPr>
          <a:lstStyle/>
          <a:p>
            <a:pPr indent="0" lvl="0" marL="0" marR="0" rtl="0" algn="ctr">
              <a:lnSpc>
                <a:spcPct val="100000"/>
              </a:lnSpc>
              <a:spcBef>
                <a:spcPts val="0"/>
              </a:spcBef>
              <a:spcAft>
                <a:spcPts val="0"/>
              </a:spcAft>
              <a:buClr>
                <a:srgbClr val="B7B7B7"/>
              </a:buClr>
              <a:buSzPts val="700"/>
              <a:buFont typeface="Calibri"/>
              <a:buNone/>
            </a:pPr>
            <a:r>
              <a:rPr b="0" i="0" lang="en" sz="700" u="none" cap="none" strike="noStrike">
                <a:solidFill>
                  <a:srgbClr val="B7B7B7"/>
                </a:solidFill>
                <a:latin typeface="Calibri"/>
                <a:ea typeface="Calibri"/>
                <a:cs typeface="Calibri"/>
                <a:sym typeface="Calibri"/>
              </a:rPr>
              <a:t>FINANCES</a:t>
            </a:r>
            <a:endParaRPr b="0" i="0" sz="700" u="none" cap="none" strike="noStrike">
              <a:solidFill>
                <a:srgbClr val="B7B7B7"/>
              </a:solidFill>
              <a:latin typeface="Calibri"/>
              <a:ea typeface="Calibri"/>
              <a:cs typeface="Calibri"/>
              <a:sym typeface="Calibri"/>
            </a:endParaRPr>
          </a:p>
        </p:txBody>
      </p:sp>
      <p:grpSp>
        <p:nvGrpSpPr>
          <p:cNvPr id="562" name="Google Shape;562;p14"/>
          <p:cNvGrpSpPr/>
          <p:nvPr/>
        </p:nvGrpSpPr>
        <p:grpSpPr>
          <a:xfrm>
            <a:off x="657420" y="762275"/>
            <a:ext cx="7828180" cy="4063175"/>
            <a:chOff x="657420" y="762275"/>
            <a:chExt cx="7828180" cy="4063175"/>
          </a:xfrm>
        </p:grpSpPr>
        <p:pic>
          <p:nvPicPr>
            <p:cNvPr id="563" name="Google Shape;563;p14"/>
            <p:cNvPicPr preferRelativeResize="0"/>
            <p:nvPr/>
          </p:nvPicPr>
          <p:blipFill rotWithShape="1">
            <a:blip r:embed="rId4">
              <a:alphaModFix/>
            </a:blip>
            <a:srcRect b="0" l="0" r="0" t="0"/>
            <a:stretch/>
          </p:blipFill>
          <p:spPr>
            <a:xfrm>
              <a:off x="3584700" y="2273010"/>
              <a:ext cx="444151" cy="394325"/>
            </a:xfrm>
            <a:prstGeom prst="rect">
              <a:avLst/>
            </a:prstGeom>
            <a:noFill/>
            <a:ln>
              <a:noFill/>
            </a:ln>
          </p:spPr>
        </p:pic>
        <p:grpSp>
          <p:nvGrpSpPr>
            <p:cNvPr id="564" name="Google Shape;564;p14"/>
            <p:cNvGrpSpPr/>
            <p:nvPr/>
          </p:nvGrpSpPr>
          <p:grpSpPr>
            <a:xfrm>
              <a:off x="657420" y="762275"/>
              <a:ext cx="7828180" cy="4063175"/>
              <a:chOff x="657420" y="762275"/>
              <a:chExt cx="7828180" cy="4063175"/>
            </a:xfrm>
          </p:grpSpPr>
          <p:sp>
            <p:nvSpPr>
              <p:cNvPr id="565" name="Google Shape;565;p14"/>
              <p:cNvSpPr txBox="1"/>
              <p:nvPr/>
            </p:nvSpPr>
            <p:spPr>
              <a:xfrm>
                <a:off x="658600" y="762275"/>
                <a:ext cx="7827000" cy="415500"/>
              </a:xfrm>
              <a:prstGeom prst="rect">
                <a:avLst/>
              </a:prstGeom>
              <a:noFill/>
              <a:ln>
                <a:noFill/>
              </a:ln>
            </p:spPr>
            <p:txBody>
              <a:bodyPr anchorCtr="0" anchor="t" bIns="17100" lIns="34225" spcFirstLastPara="1" rIns="34225" wrap="square" tIns="17100">
                <a:noAutofit/>
              </a:bodyPr>
              <a:lstStyle/>
              <a:p>
                <a:pPr indent="0" lvl="0" marL="0" marR="0" rtl="0" algn="ctr">
                  <a:lnSpc>
                    <a:spcPct val="100000"/>
                  </a:lnSpc>
                  <a:spcBef>
                    <a:spcPts val="0"/>
                  </a:spcBef>
                  <a:spcAft>
                    <a:spcPts val="0"/>
                  </a:spcAft>
                  <a:buClr>
                    <a:srgbClr val="3C78D8"/>
                  </a:buClr>
                  <a:buSzPts val="2500"/>
                  <a:buFont typeface="Montserrat"/>
                  <a:buNone/>
                </a:pPr>
                <a:r>
                  <a:rPr b="1" i="0" lang="en" sz="2500" u="none" cap="none" strike="noStrike">
                    <a:solidFill>
                      <a:srgbClr val="558ED5"/>
                    </a:solidFill>
                    <a:latin typeface="Montserrat"/>
                    <a:ea typeface="Montserrat"/>
                    <a:cs typeface="Montserrat"/>
                    <a:sym typeface="Montserrat"/>
                  </a:rPr>
                  <a:t>NOTRE PLUS-VALUE</a:t>
                </a:r>
                <a:endParaRPr b="1" i="0" sz="2500" u="none" cap="none" strike="noStrike">
                  <a:solidFill>
                    <a:srgbClr val="558ED5"/>
                  </a:solidFill>
                  <a:latin typeface="Montserrat"/>
                  <a:ea typeface="Montserrat"/>
                  <a:cs typeface="Montserrat"/>
                  <a:sym typeface="Montserrat"/>
                </a:endParaRPr>
              </a:p>
            </p:txBody>
          </p:sp>
          <p:sp>
            <p:nvSpPr>
              <p:cNvPr id="566" name="Google Shape;566;p14"/>
              <p:cNvSpPr txBox="1"/>
              <p:nvPr/>
            </p:nvSpPr>
            <p:spPr>
              <a:xfrm>
                <a:off x="657420" y="1177775"/>
                <a:ext cx="7827000" cy="346200"/>
              </a:xfrm>
              <a:prstGeom prst="rect">
                <a:avLst/>
              </a:prstGeom>
              <a:noFill/>
              <a:ln>
                <a:noFill/>
              </a:ln>
            </p:spPr>
            <p:txBody>
              <a:bodyPr anchorCtr="0" anchor="t" bIns="17100" lIns="34225" spcFirstLastPara="1" rIns="34225" wrap="square" tIns="17100">
                <a:noAutofit/>
              </a:bodyPr>
              <a:lstStyle/>
              <a:p>
                <a:pPr indent="0" lvl="0" marL="0" marR="0" rtl="0" algn="ctr">
                  <a:lnSpc>
                    <a:spcPct val="150000"/>
                  </a:lnSpc>
                  <a:spcBef>
                    <a:spcPts val="0"/>
                  </a:spcBef>
                  <a:spcAft>
                    <a:spcPts val="0"/>
                  </a:spcAft>
                  <a:buClr>
                    <a:srgbClr val="999999"/>
                  </a:buClr>
                  <a:buSzPts val="1100"/>
                  <a:buFont typeface="Calibri"/>
                  <a:buNone/>
                </a:pPr>
                <a:r>
                  <a:rPr b="1" i="0" lang="en" sz="1200" u="none" cap="none" strike="noStrike">
                    <a:solidFill>
                      <a:srgbClr val="999999"/>
                    </a:solidFill>
                    <a:latin typeface="Calibri"/>
                    <a:ea typeface="Calibri"/>
                    <a:cs typeface="Calibri"/>
                    <a:sym typeface="Calibri"/>
                  </a:rPr>
                  <a:t>Les 4 piliers sur lesquels nous pourrons faire la différence face aux entreprises concurrentes</a:t>
                </a:r>
                <a:endParaRPr b="1" i="0" sz="1200" u="none" cap="none" strike="noStrike">
                  <a:solidFill>
                    <a:srgbClr val="999999"/>
                  </a:solidFill>
                  <a:latin typeface="Calibri"/>
                  <a:ea typeface="Calibri"/>
                  <a:cs typeface="Calibri"/>
                  <a:sym typeface="Calibri"/>
                </a:endParaRPr>
              </a:p>
            </p:txBody>
          </p:sp>
          <p:grpSp>
            <p:nvGrpSpPr>
              <p:cNvPr id="567" name="Google Shape;567;p14"/>
              <p:cNvGrpSpPr/>
              <p:nvPr/>
            </p:nvGrpSpPr>
            <p:grpSpPr>
              <a:xfrm>
                <a:off x="1252997" y="1973862"/>
                <a:ext cx="6638211" cy="2464966"/>
                <a:chOff x="3070759" y="3160125"/>
                <a:chExt cx="19387301" cy="7201187"/>
              </a:xfrm>
            </p:grpSpPr>
            <p:sp>
              <p:nvSpPr>
                <p:cNvPr id="568" name="Google Shape;568;p14"/>
                <p:cNvSpPr/>
                <p:nvPr/>
              </p:nvSpPr>
              <p:spPr>
                <a:xfrm>
                  <a:off x="15802066" y="3741742"/>
                  <a:ext cx="6655994" cy="608787"/>
                </a:xfrm>
                <a:custGeom>
                  <a:rect b="b" l="l" r="r" t="t"/>
                  <a:pathLst>
                    <a:path extrusionOk="0" h="568960" w="3444240">
                      <a:moveTo>
                        <a:pt x="0" y="568960"/>
                      </a:moveTo>
                      <a:lnTo>
                        <a:pt x="690880" y="0"/>
                      </a:lnTo>
                      <a:lnTo>
                        <a:pt x="3444240" y="0"/>
                      </a:lnTo>
                    </a:path>
                  </a:pathLst>
                </a:custGeom>
                <a:solidFill>
                  <a:srgbClr val="FFFFFF"/>
                </a:solidFill>
                <a:ln cap="flat" cmpd="sng" w="28575">
                  <a:solidFill>
                    <a:srgbClr val="3C78D8">
                      <a:alpha val="48235"/>
                    </a:srgbClr>
                  </a:solidFill>
                  <a:prstDash val="solid"/>
                  <a:round/>
                  <a:headEnd len="sm" w="sm" type="none"/>
                  <a:tailEnd len="sm" w="sm" type="oval"/>
                </a:ln>
              </p:spPr>
              <p:txBody>
                <a:bodyPr anchorCtr="0" anchor="ctr" bIns="17150" lIns="34300" spcFirstLastPara="1" rIns="34300" wrap="square" tIns="1715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7F7F7F"/>
                    </a:solidFill>
                    <a:latin typeface="Montserrat Light"/>
                    <a:ea typeface="Montserrat Light"/>
                    <a:cs typeface="Montserrat Light"/>
                    <a:sym typeface="Montserrat Light"/>
                  </a:endParaRPr>
                </a:p>
              </p:txBody>
            </p:sp>
            <p:sp>
              <p:nvSpPr>
                <p:cNvPr id="569" name="Google Shape;569;p14"/>
                <p:cNvSpPr/>
                <p:nvPr/>
              </p:nvSpPr>
              <p:spPr>
                <a:xfrm flipH="1" rot="10800000">
                  <a:off x="15802066" y="9054690"/>
                  <a:ext cx="6655994" cy="608787"/>
                </a:xfrm>
                <a:custGeom>
                  <a:rect b="b" l="l" r="r" t="t"/>
                  <a:pathLst>
                    <a:path extrusionOk="0" h="568960" w="3444240">
                      <a:moveTo>
                        <a:pt x="0" y="568960"/>
                      </a:moveTo>
                      <a:lnTo>
                        <a:pt x="690880" y="0"/>
                      </a:lnTo>
                      <a:lnTo>
                        <a:pt x="3444240" y="0"/>
                      </a:lnTo>
                    </a:path>
                  </a:pathLst>
                </a:custGeom>
                <a:solidFill>
                  <a:srgbClr val="FFFFFF"/>
                </a:solidFill>
                <a:ln cap="flat" cmpd="sng" w="28575">
                  <a:solidFill>
                    <a:srgbClr val="3C78D8">
                      <a:alpha val="48235"/>
                    </a:srgbClr>
                  </a:solidFill>
                  <a:prstDash val="solid"/>
                  <a:round/>
                  <a:headEnd len="sm" w="sm" type="none"/>
                  <a:tailEnd len="sm" w="sm" type="oval"/>
                </a:ln>
              </p:spPr>
              <p:txBody>
                <a:bodyPr anchorCtr="0" anchor="ctr" bIns="17150" lIns="34300" spcFirstLastPara="1" rIns="34300" wrap="square" tIns="1715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7F7F7F"/>
                    </a:solidFill>
                    <a:latin typeface="Montserrat Light"/>
                    <a:ea typeface="Montserrat Light"/>
                    <a:cs typeface="Montserrat Light"/>
                    <a:sym typeface="Montserrat Light"/>
                  </a:endParaRPr>
                </a:p>
              </p:txBody>
            </p:sp>
            <p:sp>
              <p:nvSpPr>
                <p:cNvPr id="570" name="Google Shape;570;p14"/>
                <p:cNvSpPr/>
                <p:nvPr/>
              </p:nvSpPr>
              <p:spPr>
                <a:xfrm flipH="1">
                  <a:off x="3070759" y="3741742"/>
                  <a:ext cx="6346012" cy="608787"/>
                </a:xfrm>
                <a:custGeom>
                  <a:rect b="b" l="l" r="r" t="t"/>
                  <a:pathLst>
                    <a:path extrusionOk="0" h="568960" w="3444240">
                      <a:moveTo>
                        <a:pt x="0" y="568960"/>
                      </a:moveTo>
                      <a:lnTo>
                        <a:pt x="690880" y="0"/>
                      </a:lnTo>
                      <a:lnTo>
                        <a:pt x="3444240" y="0"/>
                      </a:lnTo>
                    </a:path>
                  </a:pathLst>
                </a:custGeom>
                <a:solidFill>
                  <a:srgbClr val="FFFFFF"/>
                </a:solidFill>
                <a:ln cap="flat" cmpd="sng" w="28575">
                  <a:solidFill>
                    <a:srgbClr val="3C78D8">
                      <a:alpha val="48235"/>
                    </a:srgbClr>
                  </a:solidFill>
                  <a:prstDash val="solid"/>
                  <a:round/>
                  <a:headEnd len="sm" w="sm" type="none"/>
                  <a:tailEnd len="sm" w="sm" type="oval"/>
                </a:ln>
              </p:spPr>
              <p:txBody>
                <a:bodyPr anchorCtr="0" anchor="ctr" bIns="17150" lIns="34300" spcFirstLastPara="1" rIns="34300" wrap="square" tIns="17150">
                  <a:noAutofit/>
                </a:bodyPr>
                <a:lstStyle/>
                <a:p>
                  <a:pPr indent="0" lvl="0" marL="0" marR="0" rtl="0" algn="r">
                    <a:lnSpc>
                      <a:spcPct val="100000"/>
                    </a:lnSpc>
                    <a:spcBef>
                      <a:spcPts val="0"/>
                    </a:spcBef>
                    <a:spcAft>
                      <a:spcPts val="0"/>
                    </a:spcAft>
                    <a:buClr>
                      <a:schemeClr val="dk1"/>
                    </a:buClr>
                    <a:buSzPts val="2000"/>
                    <a:buFont typeface="Calibri"/>
                    <a:buNone/>
                  </a:pPr>
                  <a:r>
                    <a:t/>
                  </a:r>
                  <a:endParaRPr b="0" i="0" sz="2000" u="none" cap="none" strike="noStrike">
                    <a:solidFill>
                      <a:srgbClr val="7F7F7F"/>
                    </a:solidFill>
                    <a:latin typeface="Montserrat Light"/>
                    <a:ea typeface="Montserrat Light"/>
                    <a:cs typeface="Montserrat Light"/>
                    <a:sym typeface="Montserrat Light"/>
                  </a:endParaRPr>
                </a:p>
              </p:txBody>
            </p:sp>
            <p:sp>
              <p:nvSpPr>
                <p:cNvPr id="571" name="Google Shape;571;p14"/>
                <p:cNvSpPr/>
                <p:nvPr/>
              </p:nvSpPr>
              <p:spPr>
                <a:xfrm rot="10800000">
                  <a:off x="3070759" y="9054690"/>
                  <a:ext cx="6346012" cy="608787"/>
                </a:xfrm>
                <a:custGeom>
                  <a:rect b="b" l="l" r="r" t="t"/>
                  <a:pathLst>
                    <a:path extrusionOk="0" h="568960" w="3444240">
                      <a:moveTo>
                        <a:pt x="0" y="568960"/>
                      </a:moveTo>
                      <a:lnTo>
                        <a:pt x="690880" y="0"/>
                      </a:lnTo>
                      <a:lnTo>
                        <a:pt x="3444240" y="0"/>
                      </a:lnTo>
                    </a:path>
                  </a:pathLst>
                </a:custGeom>
                <a:solidFill>
                  <a:srgbClr val="FFFFFF"/>
                </a:solidFill>
                <a:ln cap="flat" cmpd="sng" w="28575">
                  <a:solidFill>
                    <a:srgbClr val="3C78D8">
                      <a:alpha val="48235"/>
                    </a:srgbClr>
                  </a:solidFill>
                  <a:prstDash val="solid"/>
                  <a:round/>
                  <a:headEnd len="sm" w="sm" type="none"/>
                  <a:tailEnd len="sm" w="sm" type="oval"/>
                </a:ln>
              </p:spPr>
              <p:txBody>
                <a:bodyPr anchorCtr="0" anchor="ctr" bIns="17150" lIns="34300" spcFirstLastPara="1" rIns="34300" wrap="square" tIns="17150">
                  <a:noAutofit/>
                </a:bodyPr>
                <a:lstStyle/>
                <a:p>
                  <a:pPr indent="0" lvl="0" marL="0" marR="0" rtl="0" algn="r">
                    <a:lnSpc>
                      <a:spcPct val="100000"/>
                    </a:lnSpc>
                    <a:spcBef>
                      <a:spcPts val="0"/>
                    </a:spcBef>
                    <a:spcAft>
                      <a:spcPts val="0"/>
                    </a:spcAft>
                    <a:buClr>
                      <a:schemeClr val="dk1"/>
                    </a:buClr>
                    <a:buSzPts val="2000"/>
                    <a:buFont typeface="Calibri"/>
                    <a:buNone/>
                  </a:pPr>
                  <a:r>
                    <a:t/>
                  </a:r>
                  <a:endParaRPr b="0" i="0" sz="2000" u="none" cap="none" strike="noStrike">
                    <a:solidFill>
                      <a:srgbClr val="7F7F7F"/>
                    </a:solidFill>
                    <a:latin typeface="Montserrat Light"/>
                    <a:ea typeface="Montserrat Light"/>
                    <a:cs typeface="Montserrat Light"/>
                    <a:sym typeface="Montserrat Light"/>
                  </a:endParaRPr>
                </a:p>
              </p:txBody>
            </p:sp>
            <p:sp>
              <p:nvSpPr>
                <p:cNvPr id="572" name="Google Shape;572;p14"/>
                <p:cNvSpPr/>
                <p:nvPr/>
              </p:nvSpPr>
              <p:spPr>
                <a:xfrm>
                  <a:off x="9461050" y="3576378"/>
                  <a:ext cx="6369900" cy="6369900"/>
                </a:xfrm>
                <a:prstGeom prst="ellipse">
                  <a:avLst/>
                </a:prstGeom>
                <a:solidFill>
                  <a:srgbClr val="FFFFFF"/>
                </a:solidFill>
                <a:ln cap="flat" cmpd="sng" w="28575">
                  <a:solidFill>
                    <a:srgbClr val="558ED5"/>
                  </a:solidFill>
                  <a:prstDash val="solid"/>
                  <a:round/>
                  <a:headEnd len="sm" w="sm" type="none"/>
                  <a:tailEnd len="sm" w="sm" type="none"/>
                </a:ln>
              </p:spPr>
              <p:txBody>
                <a:bodyPr anchorCtr="0" anchor="ctr" bIns="34300" lIns="34300" spcFirstLastPara="1" rIns="34300" wrap="square" tIns="343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73" name="Google Shape;573;p14"/>
                <p:cNvSpPr/>
                <p:nvPr/>
              </p:nvSpPr>
              <p:spPr>
                <a:xfrm>
                  <a:off x="9044798" y="3160125"/>
                  <a:ext cx="3057392" cy="3057392"/>
                </a:xfrm>
                <a:custGeom>
                  <a:rect b="b" l="l" r="r" t="t"/>
                  <a:pathLst>
                    <a:path extrusionOk="0" h="1147239" w="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rgbClr val="FFFFFF"/>
                </a:solidFill>
                <a:ln cap="flat" cmpd="sng" w="28575">
                  <a:solidFill>
                    <a:srgbClr val="558ED5"/>
                  </a:solidFill>
                  <a:prstDash val="solid"/>
                  <a:round/>
                  <a:headEnd len="sm" w="sm" type="none"/>
                  <a:tailEnd len="sm" w="sm" type="none"/>
                </a:ln>
              </p:spPr>
              <p:txBody>
                <a:bodyPr anchorCtr="0" anchor="ctr" bIns="225125" lIns="225125" spcFirstLastPara="1" rIns="225125" wrap="square" tIns="225125">
                  <a:noAutofit/>
                </a:bodyPr>
                <a:lstStyle/>
                <a:p>
                  <a:pPr indent="0" lvl="0" marL="0" marR="0" rtl="0" algn="ctr">
                    <a:lnSpc>
                      <a:spcPct val="90000"/>
                    </a:lnSpc>
                    <a:spcBef>
                      <a:spcPts val="0"/>
                    </a:spcBef>
                    <a:spcAft>
                      <a:spcPts val="0"/>
                    </a:spcAft>
                    <a:buClr>
                      <a:schemeClr val="dk1"/>
                    </a:buClr>
                    <a:buSzPts val="1200"/>
                    <a:buFont typeface="Calibri"/>
                    <a:buNone/>
                  </a:pPr>
                  <a:r>
                    <a:t/>
                  </a:r>
                  <a:endParaRPr b="0" i="0" sz="1200" u="none" cap="none" strike="noStrike">
                    <a:solidFill>
                      <a:srgbClr val="FFFFFF"/>
                    </a:solidFill>
                    <a:latin typeface="Montserrat Light"/>
                    <a:ea typeface="Montserrat Light"/>
                    <a:cs typeface="Montserrat Light"/>
                    <a:sym typeface="Montserrat Light"/>
                  </a:endParaRPr>
                </a:p>
              </p:txBody>
            </p:sp>
            <p:sp>
              <p:nvSpPr>
                <p:cNvPr id="574" name="Google Shape;574;p14"/>
                <p:cNvSpPr/>
                <p:nvPr/>
              </p:nvSpPr>
              <p:spPr>
                <a:xfrm>
                  <a:off x="13188594" y="3160125"/>
                  <a:ext cx="3057392" cy="3057392"/>
                </a:xfrm>
                <a:custGeom>
                  <a:rect b="b" l="l" r="r" t="t"/>
                  <a:pathLst>
                    <a:path extrusionOk="0" h="1147239" w="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rgbClr val="FFFFFF"/>
                </a:solidFill>
                <a:ln cap="flat" cmpd="sng" w="28575">
                  <a:solidFill>
                    <a:srgbClr val="558ED5"/>
                  </a:solidFill>
                  <a:prstDash val="solid"/>
                  <a:round/>
                  <a:headEnd len="sm" w="sm" type="none"/>
                  <a:tailEnd len="sm" w="sm" type="none"/>
                </a:ln>
              </p:spPr>
              <p:txBody>
                <a:bodyPr anchorCtr="0" anchor="ctr" bIns="225125" lIns="225125" spcFirstLastPara="1" rIns="225125" wrap="square" tIns="225125">
                  <a:noAutofit/>
                </a:bodyPr>
                <a:lstStyle/>
                <a:p>
                  <a:pPr indent="0" lvl="0" marL="0" marR="0" rtl="0" algn="ctr">
                    <a:lnSpc>
                      <a:spcPct val="90000"/>
                    </a:lnSpc>
                    <a:spcBef>
                      <a:spcPts val="0"/>
                    </a:spcBef>
                    <a:spcAft>
                      <a:spcPts val="0"/>
                    </a:spcAft>
                    <a:buClr>
                      <a:schemeClr val="dk1"/>
                    </a:buClr>
                    <a:buSzPts val="1200"/>
                    <a:buFont typeface="Calibri"/>
                    <a:buNone/>
                  </a:pPr>
                  <a:r>
                    <a:t/>
                  </a:r>
                  <a:endParaRPr b="0" i="0" sz="1200" u="none" cap="none" strike="noStrike">
                    <a:solidFill>
                      <a:srgbClr val="FFFFFF"/>
                    </a:solidFill>
                    <a:latin typeface="Montserrat Light"/>
                    <a:ea typeface="Montserrat Light"/>
                    <a:cs typeface="Montserrat Light"/>
                    <a:sym typeface="Montserrat Light"/>
                  </a:endParaRPr>
                </a:p>
              </p:txBody>
            </p:sp>
            <p:sp>
              <p:nvSpPr>
                <p:cNvPr id="575" name="Google Shape;575;p14"/>
                <p:cNvSpPr/>
                <p:nvPr/>
              </p:nvSpPr>
              <p:spPr>
                <a:xfrm>
                  <a:off x="9044798" y="7303920"/>
                  <a:ext cx="3057392" cy="3057392"/>
                </a:xfrm>
                <a:custGeom>
                  <a:rect b="b" l="l" r="r" t="t"/>
                  <a:pathLst>
                    <a:path extrusionOk="0" h="1147239" w="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rgbClr val="FFFFFF"/>
                </a:solidFill>
                <a:ln cap="flat" cmpd="sng" w="28575">
                  <a:solidFill>
                    <a:srgbClr val="558ED5"/>
                  </a:solidFill>
                  <a:prstDash val="solid"/>
                  <a:round/>
                  <a:headEnd len="sm" w="sm" type="none"/>
                  <a:tailEnd len="sm" w="sm" type="none"/>
                </a:ln>
              </p:spPr>
              <p:txBody>
                <a:bodyPr anchorCtr="0" anchor="ctr" bIns="225125" lIns="225125" spcFirstLastPara="1" rIns="225125" wrap="square" tIns="225125">
                  <a:noAutofit/>
                </a:bodyPr>
                <a:lstStyle/>
                <a:p>
                  <a:pPr indent="0" lvl="0" marL="0" marR="0" rtl="0" algn="ctr">
                    <a:lnSpc>
                      <a:spcPct val="90000"/>
                    </a:lnSpc>
                    <a:spcBef>
                      <a:spcPts val="0"/>
                    </a:spcBef>
                    <a:spcAft>
                      <a:spcPts val="0"/>
                    </a:spcAft>
                    <a:buClr>
                      <a:schemeClr val="dk1"/>
                    </a:buClr>
                    <a:buSzPts val="1200"/>
                    <a:buFont typeface="Calibri"/>
                    <a:buNone/>
                  </a:pPr>
                  <a:r>
                    <a:t/>
                  </a:r>
                  <a:endParaRPr b="0" i="0" sz="1200" u="none" cap="none" strike="noStrike">
                    <a:solidFill>
                      <a:srgbClr val="FFFFFF"/>
                    </a:solidFill>
                    <a:latin typeface="Montserrat Light"/>
                    <a:ea typeface="Montserrat Light"/>
                    <a:cs typeface="Montserrat Light"/>
                    <a:sym typeface="Montserrat Light"/>
                  </a:endParaRPr>
                </a:p>
              </p:txBody>
            </p:sp>
            <p:sp>
              <p:nvSpPr>
                <p:cNvPr id="576" name="Google Shape;576;p14"/>
                <p:cNvSpPr/>
                <p:nvPr/>
              </p:nvSpPr>
              <p:spPr>
                <a:xfrm>
                  <a:off x="13188594" y="7303920"/>
                  <a:ext cx="3057392" cy="3057392"/>
                </a:xfrm>
                <a:custGeom>
                  <a:rect b="b" l="l" r="r" t="t"/>
                  <a:pathLst>
                    <a:path extrusionOk="0" h="1147239" w="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rgbClr val="FFFFFF"/>
                </a:solidFill>
                <a:ln cap="flat" cmpd="sng" w="28575">
                  <a:solidFill>
                    <a:srgbClr val="558ED5"/>
                  </a:solidFill>
                  <a:prstDash val="solid"/>
                  <a:round/>
                  <a:headEnd len="sm" w="sm" type="none"/>
                  <a:tailEnd len="sm" w="sm" type="none"/>
                </a:ln>
              </p:spPr>
              <p:txBody>
                <a:bodyPr anchorCtr="0" anchor="ctr" bIns="225125" lIns="225125" spcFirstLastPara="1" rIns="225125" wrap="square" tIns="225125">
                  <a:noAutofit/>
                </a:bodyPr>
                <a:lstStyle/>
                <a:p>
                  <a:pPr indent="0" lvl="0" marL="0" marR="0" rtl="0" algn="ctr">
                    <a:lnSpc>
                      <a:spcPct val="90000"/>
                    </a:lnSpc>
                    <a:spcBef>
                      <a:spcPts val="0"/>
                    </a:spcBef>
                    <a:spcAft>
                      <a:spcPts val="0"/>
                    </a:spcAft>
                    <a:buClr>
                      <a:schemeClr val="dk1"/>
                    </a:buClr>
                    <a:buSzPts val="1200"/>
                    <a:buFont typeface="Calibri"/>
                    <a:buNone/>
                  </a:pPr>
                  <a:r>
                    <a:t/>
                  </a:r>
                  <a:endParaRPr b="0" i="0" sz="1200" u="none" cap="none" strike="noStrike">
                    <a:solidFill>
                      <a:srgbClr val="FFFFFF"/>
                    </a:solidFill>
                    <a:latin typeface="Montserrat Light"/>
                    <a:ea typeface="Montserrat Light"/>
                    <a:cs typeface="Montserrat Light"/>
                    <a:sym typeface="Montserrat Light"/>
                  </a:endParaRPr>
                </a:p>
              </p:txBody>
            </p:sp>
            <p:cxnSp>
              <p:nvCxnSpPr>
                <p:cNvPr id="577" name="Google Shape;577;p14"/>
                <p:cNvCxnSpPr/>
                <p:nvPr/>
              </p:nvCxnSpPr>
              <p:spPr>
                <a:xfrm>
                  <a:off x="12652718" y="3612493"/>
                  <a:ext cx="0" cy="6297600"/>
                </a:xfrm>
                <a:prstGeom prst="straightConnector1">
                  <a:avLst/>
                </a:prstGeom>
                <a:noFill/>
                <a:ln cap="flat" cmpd="sng" w="28575">
                  <a:solidFill>
                    <a:srgbClr val="3C78D8">
                      <a:alpha val="48235"/>
                    </a:srgbClr>
                  </a:solidFill>
                  <a:prstDash val="solid"/>
                  <a:round/>
                  <a:headEnd len="sm" w="sm" type="none"/>
                  <a:tailEnd len="sm" w="sm" type="none"/>
                </a:ln>
              </p:spPr>
            </p:cxnSp>
            <p:cxnSp>
              <p:nvCxnSpPr>
                <p:cNvPr id="578" name="Google Shape;578;p14"/>
                <p:cNvCxnSpPr/>
                <p:nvPr/>
              </p:nvCxnSpPr>
              <p:spPr>
                <a:xfrm>
                  <a:off x="12645927" y="3612473"/>
                  <a:ext cx="0" cy="6297600"/>
                </a:xfrm>
                <a:prstGeom prst="straightConnector1">
                  <a:avLst/>
                </a:prstGeom>
                <a:noFill/>
                <a:ln cap="flat" cmpd="sng" w="28575">
                  <a:solidFill>
                    <a:srgbClr val="558ED5"/>
                  </a:solidFill>
                  <a:prstDash val="solid"/>
                  <a:round/>
                  <a:headEnd len="sm" w="sm" type="none"/>
                  <a:tailEnd len="sm" w="sm" type="none"/>
                </a:ln>
              </p:spPr>
            </p:cxnSp>
          </p:grpSp>
          <p:sp>
            <p:nvSpPr>
              <p:cNvPr id="579" name="Google Shape;579;p14"/>
              <p:cNvSpPr txBox="1"/>
              <p:nvPr/>
            </p:nvSpPr>
            <p:spPr>
              <a:xfrm>
                <a:off x="1065899" y="2237925"/>
                <a:ext cx="1912500" cy="554100"/>
              </a:xfrm>
              <a:prstGeom prst="rect">
                <a:avLst/>
              </a:prstGeom>
              <a:noFill/>
              <a:ln>
                <a:noFill/>
              </a:ln>
            </p:spPr>
            <p:txBody>
              <a:bodyPr anchorCtr="0" anchor="t" bIns="17150" lIns="34300" spcFirstLastPara="1" rIns="34300" wrap="square" tIns="17150">
                <a:noAutofit/>
              </a:bodyPr>
              <a:lstStyle/>
              <a:p>
                <a:pPr indent="0" lvl="0" marL="0" marR="0" rtl="0" algn="r">
                  <a:lnSpc>
                    <a:spcPct val="150000"/>
                  </a:lnSpc>
                  <a:spcBef>
                    <a:spcPts val="0"/>
                  </a:spcBef>
                  <a:spcAft>
                    <a:spcPts val="0"/>
                  </a:spcAft>
                  <a:buClr>
                    <a:srgbClr val="666666"/>
                  </a:buClr>
                  <a:buSzPts val="800"/>
                  <a:buFont typeface="Calibri"/>
                  <a:buNone/>
                </a:pPr>
                <a:r>
                  <a:rPr b="0" i="0" lang="en" sz="900" u="none" cap="none" strike="noStrike">
                    <a:solidFill>
                      <a:srgbClr val="666666"/>
                    </a:solidFill>
                    <a:latin typeface="Calibri"/>
                    <a:ea typeface="Calibri"/>
                    <a:cs typeface="Calibri"/>
                    <a:sym typeface="Calibri"/>
                  </a:rPr>
                  <a:t>Un réseaux d’experts en accompagnement de porteurs de projets et d’entreprises mobilisables sur chaque territoire, un carnet d’adresse (acteurs économiques et politiques sur les 5 TFA)</a:t>
                </a:r>
                <a:endParaRPr b="0" i="0" sz="900" u="none" cap="none" strike="noStrike">
                  <a:solidFill>
                    <a:srgbClr val="666666"/>
                  </a:solidFill>
                  <a:latin typeface="Calibri"/>
                  <a:ea typeface="Calibri"/>
                  <a:cs typeface="Calibri"/>
                  <a:sym typeface="Calibri"/>
                </a:endParaRPr>
              </a:p>
            </p:txBody>
          </p:sp>
          <p:sp>
            <p:nvSpPr>
              <p:cNvPr id="580" name="Google Shape;580;p14"/>
              <p:cNvSpPr txBox="1"/>
              <p:nvPr/>
            </p:nvSpPr>
            <p:spPr>
              <a:xfrm>
                <a:off x="1252999" y="1898600"/>
                <a:ext cx="1724100" cy="200100"/>
              </a:xfrm>
              <a:prstGeom prst="rect">
                <a:avLst/>
              </a:prstGeom>
              <a:noFill/>
              <a:ln>
                <a:noFill/>
              </a:ln>
            </p:spPr>
            <p:txBody>
              <a:bodyPr anchorCtr="0" anchor="t" bIns="17150" lIns="34300" spcFirstLastPara="1" rIns="34300" wrap="square" tIns="17150">
                <a:noAutofit/>
              </a:bodyPr>
              <a:lstStyle/>
              <a:p>
                <a:pPr indent="0" lvl="0" marL="0" marR="0" rtl="0" algn="r">
                  <a:lnSpc>
                    <a:spcPct val="100000"/>
                  </a:lnSpc>
                  <a:spcBef>
                    <a:spcPts val="0"/>
                  </a:spcBef>
                  <a:spcAft>
                    <a:spcPts val="0"/>
                  </a:spcAft>
                  <a:buClr>
                    <a:srgbClr val="4A86E8"/>
                  </a:buClr>
                  <a:buSzPts val="1000"/>
                  <a:buFont typeface="Calibri"/>
                  <a:buNone/>
                </a:pPr>
                <a:r>
                  <a:rPr b="1" i="0" lang="en" sz="1000" u="none" cap="none" strike="noStrike">
                    <a:solidFill>
                      <a:srgbClr val="558ED5"/>
                    </a:solidFill>
                    <a:latin typeface="Calibri"/>
                    <a:ea typeface="Calibri"/>
                    <a:cs typeface="Calibri"/>
                    <a:sym typeface="Calibri"/>
                  </a:rPr>
                  <a:t>RELATIONNEL</a:t>
                </a:r>
                <a:endParaRPr b="1" i="0" sz="1000" u="none" cap="none" strike="noStrike">
                  <a:solidFill>
                    <a:srgbClr val="558ED5"/>
                  </a:solidFill>
                  <a:latin typeface="Calibri"/>
                  <a:ea typeface="Calibri"/>
                  <a:cs typeface="Calibri"/>
                  <a:sym typeface="Calibri"/>
                </a:endParaRPr>
              </a:p>
            </p:txBody>
          </p:sp>
          <p:sp>
            <p:nvSpPr>
              <p:cNvPr id="581" name="Google Shape;581;p14"/>
              <p:cNvSpPr txBox="1"/>
              <p:nvPr/>
            </p:nvSpPr>
            <p:spPr>
              <a:xfrm>
                <a:off x="793049" y="4271350"/>
                <a:ext cx="2181000" cy="554100"/>
              </a:xfrm>
              <a:prstGeom prst="rect">
                <a:avLst/>
              </a:prstGeom>
              <a:noFill/>
              <a:ln>
                <a:noFill/>
              </a:ln>
            </p:spPr>
            <p:txBody>
              <a:bodyPr anchorCtr="0" anchor="t" bIns="17150" lIns="34300" spcFirstLastPara="1" rIns="34300" wrap="square" tIns="17150">
                <a:noAutofit/>
              </a:bodyPr>
              <a:lstStyle/>
              <a:p>
                <a:pPr indent="0" lvl="0" marL="0" marR="0" rtl="0" algn="r">
                  <a:lnSpc>
                    <a:spcPct val="150000"/>
                  </a:lnSpc>
                  <a:spcBef>
                    <a:spcPts val="0"/>
                  </a:spcBef>
                  <a:spcAft>
                    <a:spcPts val="0"/>
                  </a:spcAft>
                  <a:buClr>
                    <a:srgbClr val="666666"/>
                  </a:buClr>
                  <a:buSzPts val="800"/>
                  <a:buFont typeface="Calibri"/>
                  <a:buNone/>
                </a:pPr>
                <a:r>
                  <a:rPr b="0" i="0" lang="en" sz="900" u="none" cap="none" strike="noStrike">
                    <a:solidFill>
                      <a:srgbClr val="666666"/>
                    </a:solidFill>
                    <a:latin typeface="Calibri"/>
                    <a:ea typeface="Calibri"/>
                    <a:cs typeface="Calibri"/>
                    <a:sym typeface="Calibri"/>
                  </a:rPr>
                  <a:t>Une offre structurée en fonction de l’enveloppe de la subvention en gestion, et évolutive selon le projet</a:t>
                </a:r>
                <a:endParaRPr b="0" i="0" sz="900" u="none" cap="none" strike="noStrike">
                  <a:solidFill>
                    <a:srgbClr val="666666"/>
                  </a:solidFill>
                  <a:latin typeface="Calibri"/>
                  <a:ea typeface="Calibri"/>
                  <a:cs typeface="Calibri"/>
                  <a:sym typeface="Calibri"/>
                </a:endParaRPr>
              </a:p>
            </p:txBody>
          </p:sp>
          <p:sp>
            <p:nvSpPr>
              <p:cNvPr id="582" name="Google Shape;582;p14"/>
              <p:cNvSpPr txBox="1"/>
              <p:nvPr/>
            </p:nvSpPr>
            <p:spPr>
              <a:xfrm>
                <a:off x="1248350" y="3932050"/>
                <a:ext cx="1724100" cy="219300"/>
              </a:xfrm>
              <a:prstGeom prst="rect">
                <a:avLst/>
              </a:prstGeom>
              <a:noFill/>
              <a:ln>
                <a:noFill/>
              </a:ln>
            </p:spPr>
            <p:txBody>
              <a:bodyPr anchorCtr="0" anchor="t" bIns="17150" lIns="34300" spcFirstLastPara="1" rIns="34300" wrap="square" tIns="17150">
                <a:noAutofit/>
              </a:bodyPr>
              <a:lstStyle/>
              <a:p>
                <a:pPr indent="0" lvl="0" marL="0" marR="0" rtl="0" algn="r">
                  <a:lnSpc>
                    <a:spcPct val="100000"/>
                  </a:lnSpc>
                  <a:spcBef>
                    <a:spcPts val="0"/>
                  </a:spcBef>
                  <a:spcAft>
                    <a:spcPts val="0"/>
                  </a:spcAft>
                  <a:buClr>
                    <a:srgbClr val="4A86E8"/>
                  </a:buClr>
                  <a:buSzPts val="1000"/>
                  <a:buFont typeface="Calibri"/>
                  <a:buNone/>
                </a:pPr>
                <a:r>
                  <a:rPr b="1" i="0" lang="en" sz="1000" u="none" cap="none" strike="noStrike">
                    <a:solidFill>
                      <a:srgbClr val="558ED5"/>
                    </a:solidFill>
                    <a:latin typeface="Calibri"/>
                    <a:ea typeface="Calibri"/>
                    <a:cs typeface="Calibri"/>
                    <a:sym typeface="Calibri"/>
                  </a:rPr>
                  <a:t>PRESTATIONS</a:t>
                </a:r>
                <a:endParaRPr b="1" i="0" sz="1000" u="none" cap="none" strike="noStrike">
                  <a:solidFill>
                    <a:srgbClr val="558ED5"/>
                  </a:solidFill>
                  <a:latin typeface="Calibri"/>
                  <a:ea typeface="Calibri"/>
                  <a:cs typeface="Calibri"/>
                  <a:sym typeface="Calibri"/>
                </a:endParaRPr>
              </a:p>
            </p:txBody>
          </p:sp>
          <p:sp>
            <p:nvSpPr>
              <p:cNvPr id="583" name="Google Shape;583;p14"/>
              <p:cNvSpPr txBox="1"/>
              <p:nvPr/>
            </p:nvSpPr>
            <p:spPr>
              <a:xfrm>
                <a:off x="6139402" y="2237925"/>
                <a:ext cx="2052900" cy="529500"/>
              </a:xfrm>
              <a:prstGeom prst="rect">
                <a:avLst/>
              </a:prstGeom>
              <a:noFill/>
              <a:ln>
                <a:noFill/>
              </a:ln>
            </p:spPr>
            <p:txBody>
              <a:bodyPr anchorCtr="0" anchor="t" bIns="17150" lIns="34300" spcFirstLastPara="1" rIns="34300" wrap="square" tIns="17150">
                <a:noAutofit/>
              </a:bodyPr>
              <a:lstStyle/>
              <a:p>
                <a:pPr indent="0" lvl="0" marL="0" marR="0" rtl="0" algn="l">
                  <a:lnSpc>
                    <a:spcPct val="150000"/>
                  </a:lnSpc>
                  <a:spcBef>
                    <a:spcPts val="0"/>
                  </a:spcBef>
                  <a:spcAft>
                    <a:spcPts val="0"/>
                  </a:spcAft>
                  <a:buClr>
                    <a:srgbClr val="666666"/>
                  </a:buClr>
                  <a:buSzPts val="800"/>
                  <a:buFont typeface="Calibri"/>
                  <a:buNone/>
                </a:pPr>
                <a:r>
                  <a:rPr b="0" i="0" lang="en" sz="900" u="none" cap="none" strike="noStrike">
                    <a:solidFill>
                      <a:srgbClr val="666666"/>
                    </a:solidFill>
                    <a:latin typeface="Calibri"/>
                    <a:ea typeface="Calibri"/>
                    <a:cs typeface="Calibri"/>
                    <a:sym typeface="Calibri"/>
                  </a:rPr>
                  <a:t>Une offre de service centrée sur la gestion et le contrôle ex-ante et a posteriori des opérations. </a:t>
                </a:r>
                <a:endParaRPr b="0" i="0" sz="15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666666"/>
                  </a:buClr>
                  <a:buSzPts val="800"/>
                  <a:buFont typeface="Calibri"/>
                  <a:buNone/>
                </a:pPr>
                <a:r>
                  <a:rPr b="0" i="0" lang="en" sz="900" u="none" cap="none" strike="noStrike">
                    <a:solidFill>
                      <a:srgbClr val="666666"/>
                    </a:solidFill>
                    <a:latin typeface="Calibri"/>
                    <a:ea typeface="Calibri"/>
                    <a:cs typeface="Calibri"/>
                    <a:sym typeface="Calibri"/>
                  </a:rPr>
                  <a:t>Un espace de bureaux partagés et de salles de réunions sur réservation pour travailler avec ses équipes.</a:t>
                </a:r>
                <a:endParaRPr b="0" i="0" sz="900" u="none" cap="none" strike="noStrike">
                  <a:solidFill>
                    <a:srgbClr val="666666"/>
                  </a:solidFill>
                  <a:latin typeface="Calibri"/>
                  <a:ea typeface="Calibri"/>
                  <a:cs typeface="Calibri"/>
                  <a:sym typeface="Calibri"/>
                </a:endParaRPr>
              </a:p>
            </p:txBody>
          </p:sp>
          <p:sp>
            <p:nvSpPr>
              <p:cNvPr id="584" name="Google Shape;584;p14"/>
              <p:cNvSpPr txBox="1"/>
              <p:nvPr/>
            </p:nvSpPr>
            <p:spPr>
              <a:xfrm>
                <a:off x="6140682" y="1898600"/>
                <a:ext cx="1724100" cy="219300"/>
              </a:xfrm>
              <a:prstGeom prst="rect">
                <a:avLst/>
              </a:prstGeom>
              <a:noFill/>
              <a:ln>
                <a:noFill/>
              </a:ln>
            </p:spPr>
            <p:txBody>
              <a:bodyPr anchorCtr="0" anchor="t" bIns="17150" lIns="34300" spcFirstLastPara="1" rIns="34300" wrap="square" tIns="17150">
                <a:noAutofit/>
              </a:bodyPr>
              <a:lstStyle/>
              <a:p>
                <a:pPr indent="0" lvl="0" marL="0" marR="0" rtl="0" algn="l">
                  <a:lnSpc>
                    <a:spcPct val="100000"/>
                  </a:lnSpc>
                  <a:spcBef>
                    <a:spcPts val="0"/>
                  </a:spcBef>
                  <a:spcAft>
                    <a:spcPts val="0"/>
                  </a:spcAft>
                  <a:buClr>
                    <a:srgbClr val="4A86E8"/>
                  </a:buClr>
                  <a:buSzPts val="1000"/>
                  <a:buFont typeface="Calibri"/>
                  <a:buNone/>
                </a:pPr>
                <a:r>
                  <a:rPr b="1" i="0" lang="en" sz="1000" u="none" cap="none" strike="noStrike">
                    <a:solidFill>
                      <a:srgbClr val="558ED5"/>
                    </a:solidFill>
                    <a:latin typeface="Calibri"/>
                    <a:ea typeface="Calibri"/>
                    <a:cs typeface="Calibri"/>
                    <a:sym typeface="Calibri"/>
                  </a:rPr>
                  <a:t>ACCOMPAGNEMENT</a:t>
                </a:r>
                <a:endParaRPr b="1" i="0" sz="1000" u="none" cap="none" strike="noStrike">
                  <a:solidFill>
                    <a:srgbClr val="558ED5"/>
                  </a:solidFill>
                  <a:latin typeface="Calibri"/>
                  <a:ea typeface="Calibri"/>
                  <a:cs typeface="Calibri"/>
                  <a:sym typeface="Calibri"/>
                </a:endParaRPr>
              </a:p>
            </p:txBody>
          </p:sp>
          <p:sp>
            <p:nvSpPr>
              <p:cNvPr id="585" name="Google Shape;585;p14"/>
              <p:cNvSpPr txBox="1"/>
              <p:nvPr/>
            </p:nvSpPr>
            <p:spPr>
              <a:xfrm>
                <a:off x="6139060" y="4271353"/>
                <a:ext cx="1641900" cy="529500"/>
              </a:xfrm>
              <a:prstGeom prst="rect">
                <a:avLst/>
              </a:prstGeom>
              <a:noFill/>
              <a:ln>
                <a:noFill/>
              </a:ln>
            </p:spPr>
            <p:txBody>
              <a:bodyPr anchorCtr="0" anchor="t" bIns="17150" lIns="34300" spcFirstLastPara="1" rIns="34300" wrap="square" tIns="17150">
                <a:noAutofit/>
              </a:bodyPr>
              <a:lstStyle/>
              <a:p>
                <a:pPr indent="0" lvl="0" marL="0" marR="0" rtl="0" algn="l">
                  <a:lnSpc>
                    <a:spcPct val="150000"/>
                  </a:lnSpc>
                  <a:spcBef>
                    <a:spcPts val="0"/>
                  </a:spcBef>
                  <a:spcAft>
                    <a:spcPts val="0"/>
                  </a:spcAft>
                  <a:buClr>
                    <a:srgbClr val="666666"/>
                  </a:buClr>
                  <a:buSzPts val="800"/>
                  <a:buFont typeface="Calibri"/>
                  <a:buNone/>
                </a:pPr>
                <a:r>
                  <a:rPr b="0" i="0" lang="en" sz="900" u="none" cap="none" strike="noStrike">
                    <a:solidFill>
                      <a:srgbClr val="666666"/>
                    </a:solidFill>
                    <a:latin typeface="Calibri"/>
                    <a:ea typeface="Calibri"/>
                    <a:cs typeface="Calibri"/>
                    <a:sym typeface="Calibri"/>
                  </a:rPr>
                  <a:t>Un suivi personnalisé de chaque projet en fonction des besoins.</a:t>
                </a:r>
                <a:endParaRPr b="0" i="0" sz="900" u="none" cap="none" strike="noStrike">
                  <a:solidFill>
                    <a:srgbClr val="666666"/>
                  </a:solidFill>
                  <a:latin typeface="Calibri"/>
                  <a:ea typeface="Calibri"/>
                  <a:cs typeface="Calibri"/>
                  <a:sym typeface="Calibri"/>
                </a:endParaRPr>
              </a:p>
            </p:txBody>
          </p:sp>
          <p:sp>
            <p:nvSpPr>
              <p:cNvPr id="586" name="Google Shape;586;p14"/>
              <p:cNvSpPr txBox="1"/>
              <p:nvPr/>
            </p:nvSpPr>
            <p:spPr>
              <a:xfrm>
                <a:off x="6139478" y="3932050"/>
                <a:ext cx="1751700" cy="219300"/>
              </a:xfrm>
              <a:prstGeom prst="rect">
                <a:avLst/>
              </a:prstGeom>
              <a:noFill/>
              <a:ln>
                <a:noFill/>
              </a:ln>
            </p:spPr>
            <p:txBody>
              <a:bodyPr anchorCtr="0" anchor="t" bIns="17150" lIns="34300" spcFirstLastPara="1" rIns="34300" wrap="square" tIns="17150">
                <a:noAutofit/>
              </a:bodyPr>
              <a:lstStyle/>
              <a:p>
                <a:pPr indent="0" lvl="0" marL="0" marR="0" rtl="0" algn="l">
                  <a:lnSpc>
                    <a:spcPct val="100000"/>
                  </a:lnSpc>
                  <a:spcBef>
                    <a:spcPts val="0"/>
                  </a:spcBef>
                  <a:spcAft>
                    <a:spcPts val="0"/>
                  </a:spcAft>
                  <a:buClr>
                    <a:srgbClr val="4A86E8"/>
                  </a:buClr>
                  <a:buSzPts val="1000"/>
                  <a:buFont typeface="Calibri"/>
                  <a:buNone/>
                </a:pPr>
                <a:r>
                  <a:rPr b="1" i="0" lang="en" sz="1000" u="none" cap="none" strike="noStrike">
                    <a:solidFill>
                      <a:srgbClr val="558ED5"/>
                    </a:solidFill>
                    <a:latin typeface="Calibri"/>
                    <a:ea typeface="Calibri"/>
                    <a:cs typeface="Calibri"/>
                    <a:sym typeface="Calibri"/>
                  </a:rPr>
                  <a:t>PERSONNALISATION</a:t>
                </a:r>
                <a:endParaRPr b="1" i="0" sz="1000" u="none" cap="none" strike="noStrike">
                  <a:solidFill>
                    <a:srgbClr val="558ED5"/>
                  </a:solidFill>
                  <a:latin typeface="Calibri"/>
                  <a:ea typeface="Calibri"/>
                  <a:cs typeface="Calibri"/>
                  <a:sym typeface="Calibri"/>
                </a:endParaRPr>
              </a:p>
            </p:txBody>
          </p:sp>
          <p:pic>
            <p:nvPicPr>
              <p:cNvPr id="587" name="Google Shape;587;p14"/>
              <p:cNvPicPr preferRelativeResize="0"/>
              <p:nvPr/>
            </p:nvPicPr>
            <p:blipFill rotWithShape="1">
              <a:blip r:embed="rId5">
                <a:alphaModFix/>
              </a:blip>
              <a:srcRect b="0" l="0" r="0" t="0"/>
              <a:stretch/>
            </p:blipFill>
            <p:spPr>
              <a:xfrm>
                <a:off x="3584689" y="3735849"/>
                <a:ext cx="444153" cy="415500"/>
              </a:xfrm>
              <a:prstGeom prst="rect">
                <a:avLst/>
              </a:prstGeom>
              <a:noFill/>
              <a:ln>
                <a:noFill/>
              </a:ln>
            </p:spPr>
          </p:pic>
          <p:pic>
            <p:nvPicPr>
              <p:cNvPr id="588" name="Google Shape;588;p14"/>
              <p:cNvPicPr preferRelativeResize="0"/>
              <p:nvPr/>
            </p:nvPicPr>
            <p:blipFill rotWithShape="1">
              <a:blip r:embed="rId6">
                <a:alphaModFix/>
              </a:blip>
              <a:srcRect b="0" l="0" r="0" t="0"/>
              <a:stretch/>
            </p:blipFill>
            <p:spPr>
              <a:xfrm>
                <a:off x="4894425" y="3770500"/>
                <a:ext cx="660145" cy="346200"/>
              </a:xfrm>
              <a:prstGeom prst="rect">
                <a:avLst/>
              </a:prstGeom>
              <a:noFill/>
              <a:ln>
                <a:noFill/>
              </a:ln>
            </p:spPr>
          </p:pic>
          <p:pic>
            <p:nvPicPr>
              <p:cNvPr id="589" name="Google Shape;589;p14"/>
              <p:cNvPicPr preferRelativeResize="0"/>
              <p:nvPr/>
            </p:nvPicPr>
            <p:blipFill rotWithShape="1">
              <a:blip r:embed="rId7">
                <a:alphaModFix/>
              </a:blip>
              <a:srcRect b="0" l="0" r="0" t="0"/>
              <a:stretch/>
            </p:blipFill>
            <p:spPr>
              <a:xfrm>
                <a:off x="4894400" y="2297268"/>
                <a:ext cx="660150" cy="353732"/>
              </a:xfrm>
              <a:prstGeom prst="rect">
                <a:avLst/>
              </a:prstGeom>
              <a:noFill/>
              <a:ln>
                <a:noFill/>
              </a:ln>
            </p:spPr>
          </p:pic>
        </p:grpSp>
        <p:sp>
          <p:nvSpPr>
            <p:cNvPr id="590" name="Google Shape;590;p14"/>
            <p:cNvSpPr/>
            <p:nvPr/>
          </p:nvSpPr>
          <p:spPr>
            <a:xfrm>
              <a:off x="3651189" y="2355082"/>
              <a:ext cx="341488" cy="319782"/>
            </a:xfrm>
            <a:custGeom>
              <a:rect b="b" l="l" r="r" t="t"/>
              <a:pathLst>
                <a:path extrusionOk="0" h="160" w="176">
                  <a:moveTo>
                    <a:pt x="147" y="117"/>
                  </a:moveTo>
                  <a:cubicBezTo>
                    <a:pt x="147" y="117"/>
                    <a:pt x="132" y="113"/>
                    <a:pt x="132" y="98"/>
                  </a:cubicBezTo>
                  <a:cubicBezTo>
                    <a:pt x="132" y="85"/>
                    <a:pt x="139" y="81"/>
                    <a:pt x="142" y="77"/>
                  </a:cubicBezTo>
                  <a:cubicBezTo>
                    <a:pt x="142" y="77"/>
                    <a:pt x="146" y="73"/>
                    <a:pt x="143" y="60"/>
                  </a:cubicBezTo>
                  <a:cubicBezTo>
                    <a:pt x="149" y="53"/>
                    <a:pt x="150" y="40"/>
                    <a:pt x="144" y="27"/>
                  </a:cubicBezTo>
                  <a:cubicBezTo>
                    <a:pt x="140" y="18"/>
                    <a:pt x="136" y="13"/>
                    <a:pt x="131" y="11"/>
                  </a:cubicBezTo>
                  <a:cubicBezTo>
                    <a:pt x="127" y="9"/>
                    <a:pt x="123" y="8"/>
                    <a:pt x="119" y="8"/>
                  </a:cubicBezTo>
                  <a:cubicBezTo>
                    <a:pt x="113" y="8"/>
                    <a:pt x="107" y="10"/>
                    <a:pt x="104" y="11"/>
                  </a:cubicBezTo>
                  <a:cubicBezTo>
                    <a:pt x="105" y="13"/>
                    <a:pt x="106" y="15"/>
                    <a:pt x="107" y="18"/>
                  </a:cubicBezTo>
                  <a:cubicBezTo>
                    <a:pt x="107" y="18"/>
                    <a:pt x="107" y="18"/>
                    <a:pt x="107" y="18"/>
                  </a:cubicBezTo>
                  <a:cubicBezTo>
                    <a:pt x="109" y="17"/>
                    <a:pt x="114" y="16"/>
                    <a:pt x="119" y="16"/>
                  </a:cubicBezTo>
                  <a:cubicBezTo>
                    <a:pt x="122" y="16"/>
                    <a:pt x="125" y="17"/>
                    <a:pt x="127" y="18"/>
                  </a:cubicBezTo>
                  <a:cubicBezTo>
                    <a:pt x="129" y="19"/>
                    <a:pt x="133" y="22"/>
                    <a:pt x="137" y="30"/>
                  </a:cubicBezTo>
                  <a:cubicBezTo>
                    <a:pt x="142" y="41"/>
                    <a:pt x="140" y="51"/>
                    <a:pt x="137" y="55"/>
                  </a:cubicBezTo>
                  <a:cubicBezTo>
                    <a:pt x="135" y="57"/>
                    <a:pt x="135" y="60"/>
                    <a:pt x="135" y="62"/>
                  </a:cubicBezTo>
                  <a:cubicBezTo>
                    <a:pt x="137" y="69"/>
                    <a:pt x="136" y="71"/>
                    <a:pt x="136" y="72"/>
                  </a:cubicBezTo>
                  <a:cubicBezTo>
                    <a:pt x="136" y="72"/>
                    <a:pt x="135" y="72"/>
                    <a:pt x="135" y="73"/>
                  </a:cubicBezTo>
                  <a:cubicBezTo>
                    <a:pt x="135" y="73"/>
                    <a:pt x="134" y="74"/>
                    <a:pt x="134" y="74"/>
                  </a:cubicBezTo>
                  <a:cubicBezTo>
                    <a:pt x="131" y="78"/>
                    <a:pt x="124" y="85"/>
                    <a:pt x="124" y="98"/>
                  </a:cubicBezTo>
                  <a:cubicBezTo>
                    <a:pt x="124" y="115"/>
                    <a:pt x="137" y="123"/>
                    <a:pt x="145" y="125"/>
                  </a:cubicBezTo>
                  <a:cubicBezTo>
                    <a:pt x="155" y="128"/>
                    <a:pt x="166" y="133"/>
                    <a:pt x="168" y="144"/>
                  </a:cubicBezTo>
                  <a:cubicBezTo>
                    <a:pt x="142" y="144"/>
                    <a:pt x="142" y="144"/>
                    <a:pt x="142" y="144"/>
                  </a:cubicBezTo>
                  <a:cubicBezTo>
                    <a:pt x="143" y="146"/>
                    <a:pt x="144" y="149"/>
                    <a:pt x="144" y="152"/>
                  </a:cubicBezTo>
                  <a:cubicBezTo>
                    <a:pt x="172" y="152"/>
                    <a:pt x="172" y="152"/>
                    <a:pt x="172" y="152"/>
                  </a:cubicBezTo>
                  <a:cubicBezTo>
                    <a:pt x="176" y="152"/>
                    <a:pt x="176" y="148"/>
                    <a:pt x="176" y="148"/>
                  </a:cubicBezTo>
                  <a:cubicBezTo>
                    <a:pt x="176" y="127"/>
                    <a:pt x="156" y="120"/>
                    <a:pt x="147" y="117"/>
                  </a:cubicBezTo>
                  <a:moveTo>
                    <a:pt x="104" y="121"/>
                  </a:moveTo>
                  <a:cubicBezTo>
                    <a:pt x="104" y="121"/>
                    <a:pt x="88" y="117"/>
                    <a:pt x="88" y="101"/>
                  </a:cubicBezTo>
                  <a:cubicBezTo>
                    <a:pt x="88" y="86"/>
                    <a:pt x="95" y="81"/>
                    <a:pt x="97" y="77"/>
                  </a:cubicBezTo>
                  <a:cubicBezTo>
                    <a:pt x="97" y="77"/>
                    <a:pt x="102" y="73"/>
                    <a:pt x="99" y="58"/>
                  </a:cubicBezTo>
                  <a:cubicBezTo>
                    <a:pt x="105" y="50"/>
                    <a:pt x="106" y="36"/>
                    <a:pt x="100" y="21"/>
                  </a:cubicBezTo>
                  <a:cubicBezTo>
                    <a:pt x="95" y="11"/>
                    <a:pt x="92" y="6"/>
                    <a:pt x="86" y="3"/>
                  </a:cubicBezTo>
                  <a:cubicBezTo>
                    <a:pt x="82" y="1"/>
                    <a:pt x="78" y="0"/>
                    <a:pt x="74" y="0"/>
                  </a:cubicBezTo>
                  <a:cubicBezTo>
                    <a:pt x="65" y="0"/>
                    <a:pt x="58" y="3"/>
                    <a:pt x="55" y="5"/>
                  </a:cubicBezTo>
                  <a:cubicBezTo>
                    <a:pt x="45" y="9"/>
                    <a:pt x="39" y="12"/>
                    <a:pt x="34" y="26"/>
                  </a:cubicBezTo>
                  <a:cubicBezTo>
                    <a:pt x="29" y="38"/>
                    <a:pt x="35" y="51"/>
                    <a:pt x="37" y="57"/>
                  </a:cubicBezTo>
                  <a:cubicBezTo>
                    <a:pt x="34" y="72"/>
                    <a:pt x="39" y="77"/>
                    <a:pt x="39" y="77"/>
                  </a:cubicBezTo>
                  <a:cubicBezTo>
                    <a:pt x="41" y="81"/>
                    <a:pt x="48" y="86"/>
                    <a:pt x="48" y="101"/>
                  </a:cubicBezTo>
                  <a:cubicBezTo>
                    <a:pt x="48" y="117"/>
                    <a:pt x="32" y="121"/>
                    <a:pt x="32" y="121"/>
                  </a:cubicBezTo>
                  <a:cubicBezTo>
                    <a:pt x="22" y="125"/>
                    <a:pt x="0" y="132"/>
                    <a:pt x="0" y="156"/>
                  </a:cubicBezTo>
                  <a:cubicBezTo>
                    <a:pt x="0" y="156"/>
                    <a:pt x="0" y="160"/>
                    <a:pt x="4" y="160"/>
                  </a:cubicBezTo>
                  <a:cubicBezTo>
                    <a:pt x="132" y="160"/>
                    <a:pt x="132" y="160"/>
                    <a:pt x="132" y="160"/>
                  </a:cubicBezTo>
                  <a:cubicBezTo>
                    <a:pt x="136" y="160"/>
                    <a:pt x="136" y="156"/>
                    <a:pt x="136" y="156"/>
                  </a:cubicBezTo>
                  <a:cubicBezTo>
                    <a:pt x="136" y="132"/>
                    <a:pt x="114" y="125"/>
                    <a:pt x="104" y="121"/>
                  </a:cubicBezTo>
                  <a:moveTo>
                    <a:pt x="8" y="152"/>
                  </a:moveTo>
                  <a:cubicBezTo>
                    <a:pt x="10" y="138"/>
                    <a:pt x="22" y="133"/>
                    <a:pt x="34" y="129"/>
                  </a:cubicBezTo>
                  <a:cubicBezTo>
                    <a:pt x="42" y="127"/>
                    <a:pt x="56" y="118"/>
                    <a:pt x="56" y="101"/>
                  </a:cubicBezTo>
                  <a:cubicBezTo>
                    <a:pt x="56" y="85"/>
                    <a:pt x="50" y="78"/>
                    <a:pt x="46" y="74"/>
                  </a:cubicBezTo>
                  <a:cubicBezTo>
                    <a:pt x="46" y="73"/>
                    <a:pt x="46" y="73"/>
                    <a:pt x="45" y="72"/>
                  </a:cubicBezTo>
                  <a:cubicBezTo>
                    <a:pt x="45" y="72"/>
                    <a:pt x="45" y="72"/>
                    <a:pt x="45" y="72"/>
                  </a:cubicBezTo>
                  <a:cubicBezTo>
                    <a:pt x="45" y="72"/>
                    <a:pt x="43" y="68"/>
                    <a:pt x="45" y="59"/>
                  </a:cubicBezTo>
                  <a:cubicBezTo>
                    <a:pt x="46" y="58"/>
                    <a:pt x="45" y="56"/>
                    <a:pt x="45" y="54"/>
                  </a:cubicBezTo>
                  <a:cubicBezTo>
                    <a:pt x="43" y="50"/>
                    <a:pt x="38" y="38"/>
                    <a:pt x="41" y="30"/>
                  </a:cubicBezTo>
                  <a:cubicBezTo>
                    <a:pt x="46" y="18"/>
                    <a:pt x="50" y="16"/>
                    <a:pt x="58" y="12"/>
                  </a:cubicBezTo>
                  <a:cubicBezTo>
                    <a:pt x="58" y="12"/>
                    <a:pt x="58" y="12"/>
                    <a:pt x="59" y="12"/>
                  </a:cubicBezTo>
                  <a:cubicBezTo>
                    <a:pt x="61" y="10"/>
                    <a:pt x="67" y="8"/>
                    <a:pt x="74" y="8"/>
                  </a:cubicBezTo>
                  <a:cubicBezTo>
                    <a:pt x="77" y="8"/>
                    <a:pt x="80" y="9"/>
                    <a:pt x="83" y="10"/>
                  </a:cubicBezTo>
                  <a:cubicBezTo>
                    <a:pt x="85" y="12"/>
                    <a:pt x="88" y="15"/>
                    <a:pt x="92" y="24"/>
                  </a:cubicBezTo>
                  <a:cubicBezTo>
                    <a:pt x="98" y="37"/>
                    <a:pt x="96" y="48"/>
                    <a:pt x="92" y="53"/>
                  </a:cubicBezTo>
                  <a:cubicBezTo>
                    <a:pt x="91" y="55"/>
                    <a:pt x="91" y="58"/>
                    <a:pt x="91" y="60"/>
                  </a:cubicBezTo>
                  <a:cubicBezTo>
                    <a:pt x="93" y="68"/>
                    <a:pt x="92" y="71"/>
                    <a:pt x="91" y="72"/>
                  </a:cubicBezTo>
                  <a:cubicBezTo>
                    <a:pt x="91" y="72"/>
                    <a:pt x="91" y="72"/>
                    <a:pt x="91" y="72"/>
                  </a:cubicBezTo>
                  <a:cubicBezTo>
                    <a:pt x="90" y="73"/>
                    <a:pt x="90" y="73"/>
                    <a:pt x="90" y="74"/>
                  </a:cubicBezTo>
                  <a:cubicBezTo>
                    <a:pt x="86" y="78"/>
                    <a:pt x="80" y="85"/>
                    <a:pt x="80" y="101"/>
                  </a:cubicBezTo>
                  <a:cubicBezTo>
                    <a:pt x="80" y="118"/>
                    <a:pt x="94" y="127"/>
                    <a:pt x="102" y="129"/>
                  </a:cubicBezTo>
                  <a:cubicBezTo>
                    <a:pt x="113" y="133"/>
                    <a:pt x="126" y="138"/>
                    <a:pt x="128" y="152"/>
                  </a:cubicBezTo>
                  <a:lnTo>
                    <a:pt x="8" y="152"/>
                  </a:lnTo>
                  <a:close/>
                </a:path>
              </a:pathLst>
            </a:custGeom>
            <a:solidFill>
              <a:srgbClr val="FFFFFF"/>
            </a:solidFill>
            <a:ln cap="flat" cmpd="sng" w="9525">
              <a:solidFill>
                <a:srgbClr val="2E75B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013"/>
                <a:buFont typeface="Calibri"/>
                <a:buNone/>
              </a:pPr>
              <a:r>
                <a:t/>
              </a:r>
              <a:endParaRPr b="0" i="0" sz="1000" u="none" cap="none" strike="noStrike">
                <a:solidFill>
                  <a:srgbClr val="000000"/>
                </a:solidFill>
                <a:latin typeface="Lato"/>
                <a:ea typeface="Lato"/>
                <a:cs typeface="Lato"/>
                <a:sym typeface="Lato"/>
              </a:endParaRPr>
            </a:p>
          </p:txBody>
        </p:sp>
      </p:grpSp>
      <p:sp>
        <p:nvSpPr>
          <p:cNvPr id="591" name="Google Shape;591;p14"/>
          <p:cNvSpPr txBox="1"/>
          <p:nvPr>
            <p:ph idx="12" type="sldNum"/>
          </p:nvPr>
        </p:nvSpPr>
        <p:spPr>
          <a:xfrm>
            <a:off x="7917952" y="47499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pic>
        <p:nvPicPr>
          <p:cNvPr id="596" name="Google Shape;596;p15"/>
          <p:cNvPicPr preferRelativeResize="0"/>
          <p:nvPr/>
        </p:nvPicPr>
        <p:blipFill rotWithShape="1">
          <a:blip r:embed="rId3">
            <a:alphaModFix amt="15000"/>
          </a:blip>
          <a:srcRect b="0" l="0" r="0" t="0"/>
          <a:stretch/>
        </p:blipFill>
        <p:spPr>
          <a:xfrm>
            <a:off x="2343150" y="12984"/>
            <a:ext cx="5143500" cy="5143500"/>
          </a:xfrm>
          <a:prstGeom prst="rect">
            <a:avLst/>
          </a:prstGeom>
          <a:noFill/>
          <a:ln>
            <a:noFill/>
          </a:ln>
          <a:effectLst>
            <a:outerShdw blurRad="1270000" rotWithShape="0" algn="ctr" dir="5400000" dist="50800">
              <a:schemeClr val="lt1">
                <a:alpha val="0"/>
              </a:schemeClr>
            </a:outerShdw>
          </a:effectLst>
        </p:spPr>
      </p:pic>
      <p:sp>
        <p:nvSpPr>
          <p:cNvPr id="597" name="Google Shape;597;p15"/>
          <p:cNvSpPr txBox="1"/>
          <p:nvPr>
            <p:ph type="title"/>
          </p:nvPr>
        </p:nvSpPr>
        <p:spPr>
          <a:xfrm>
            <a:off x="628650" y="247468"/>
            <a:ext cx="7886700" cy="99417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 sz="2800">
                <a:solidFill>
                  <a:srgbClr val="558ED5"/>
                </a:solidFill>
                <a:latin typeface="Montserrat"/>
                <a:ea typeface="Montserrat"/>
                <a:cs typeface="Montserrat"/>
                <a:sym typeface="Montserrat"/>
              </a:rPr>
              <a:t>INNOVATION : Une solution 360</a:t>
            </a:r>
            <a:endParaRPr sz="2800">
              <a:solidFill>
                <a:srgbClr val="558ED5"/>
              </a:solidFill>
            </a:endParaRPr>
          </a:p>
        </p:txBody>
      </p:sp>
      <p:sp>
        <p:nvSpPr>
          <p:cNvPr id="598" name="Google Shape;598;p1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grpSp>
        <p:nvGrpSpPr>
          <p:cNvPr id="599" name="Google Shape;599;p15"/>
          <p:cNvGrpSpPr/>
          <p:nvPr/>
        </p:nvGrpSpPr>
        <p:grpSpPr>
          <a:xfrm>
            <a:off x="366389" y="1243602"/>
            <a:ext cx="3746317" cy="1079131"/>
            <a:chOff x="902941" y="3202970"/>
            <a:chExt cx="4995089" cy="1438841"/>
          </a:xfrm>
        </p:grpSpPr>
        <p:pic>
          <p:nvPicPr>
            <p:cNvPr descr="Résultat de recherche d'images pour &quot;logo dématérialisation&quot;" id="600" name="Google Shape;600;p15"/>
            <p:cNvPicPr preferRelativeResize="0"/>
            <p:nvPr/>
          </p:nvPicPr>
          <p:blipFill rotWithShape="1">
            <a:blip r:embed="rId4">
              <a:alphaModFix/>
            </a:blip>
            <a:srcRect b="0" l="0" r="0" t="0"/>
            <a:stretch/>
          </p:blipFill>
          <p:spPr>
            <a:xfrm>
              <a:off x="902941" y="3202970"/>
              <a:ext cx="1462047" cy="1438841"/>
            </a:xfrm>
            <a:prstGeom prst="rect">
              <a:avLst/>
            </a:prstGeom>
            <a:noFill/>
            <a:ln>
              <a:noFill/>
            </a:ln>
          </p:spPr>
        </p:pic>
        <p:sp>
          <p:nvSpPr>
            <p:cNvPr id="601" name="Google Shape;601;p15"/>
            <p:cNvSpPr txBox="1"/>
            <p:nvPr/>
          </p:nvSpPr>
          <p:spPr>
            <a:xfrm>
              <a:off x="2172662" y="3206428"/>
              <a:ext cx="3725368" cy="1431925"/>
            </a:xfrm>
            <a:prstGeom prst="rect">
              <a:avLst/>
            </a:prstGeom>
            <a:noFill/>
            <a:ln>
              <a:noFill/>
            </a:ln>
          </p:spPr>
          <p:txBody>
            <a:bodyPr anchorCtr="0" anchor="t" bIns="34275" lIns="68575" spcFirstLastPara="1" rIns="68575" wrap="square" tIns="34275">
              <a:normAutofit/>
            </a:bodyPr>
            <a:lstStyle/>
            <a:p>
              <a:pPr indent="-228600" lvl="0" marL="228600" marR="0" rtl="0" algn="l">
                <a:lnSpc>
                  <a:spcPct val="110000"/>
                </a:lnSpc>
                <a:spcBef>
                  <a:spcPts val="0"/>
                </a:spcBef>
                <a:spcAft>
                  <a:spcPts val="0"/>
                </a:spcAft>
                <a:buClr>
                  <a:srgbClr val="000000"/>
                </a:buClr>
                <a:buSzPts val="1800"/>
                <a:buFont typeface="Arial"/>
                <a:buChar char="•"/>
              </a:pPr>
              <a:r>
                <a:rPr b="0" i="1" lang="en" sz="1800" u="none" cap="none" strike="noStrike">
                  <a:solidFill>
                    <a:srgbClr val="3A3838"/>
                  </a:solidFill>
                  <a:latin typeface="Arial"/>
                  <a:ea typeface="Arial"/>
                  <a:cs typeface="Arial"/>
                  <a:sym typeface="Arial"/>
                </a:rPr>
                <a:t>GED, dématérialisation du dossier &amp; règles de financement</a:t>
              </a:r>
              <a:endParaRPr/>
            </a:p>
          </p:txBody>
        </p:sp>
      </p:grpSp>
      <p:grpSp>
        <p:nvGrpSpPr>
          <p:cNvPr id="602" name="Google Shape;602;p15"/>
          <p:cNvGrpSpPr/>
          <p:nvPr/>
        </p:nvGrpSpPr>
        <p:grpSpPr>
          <a:xfrm>
            <a:off x="2645502" y="3919521"/>
            <a:ext cx="4103498" cy="1144498"/>
            <a:chOff x="151667" y="1685407"/>
            <a:chExt cx="4578368" cy="1525997"/>
          </a:xfrm>
        </p:grpSpPr>
        <p:pic>
          <p:nvPicPr>
            <p:cNvPr descr="Adnovum Secure Blockchain Logo - Blockchain Security Png Clipart (672x801), Png Download" id="603" name="Google Shape;603;p15"/>
            <p:cNvPicPr preferRelativeResize="0"/>
            <p:nvPr/>
          </p:nvPicPr>
          <p:blipFill rotWithShape="1">
            <a:blip r:embed="rId5">
              <a:alphaModFix/>
            </a:blip>
            <a:srcRect b="20458" l="0" r="0" t="0"/>
            <a:stretch/>
          </p:blipFill>
          <p:spPr>
            <a:xfrm>
              <a:off x="151667" y="1685407"/>
              <a:ext cx="1440000" cy="1444876"/>
            </a:xfrm>
            <a:prstGeom prst="rect">
              <a:avLst/>
            </a:prstGeom>
            <a:noFill/>
            <a:ln>
              <a:noFill/>
            </a:ln>
          </p:spPr>
        </p:pic>
        <p:sp>
          <p:nvSpPr>
            <p:cNvPr id="604" name="Google Shape;604;p15"/>
            <p:cNvSpPr txBox="1"/>
            <p:nvPr/>
          </p:nvSpPr>
          <p:spPr>
            <a:xfrm>
              <a:off x="1430833" y="1691883"/>
              <a:ext cx="3299202" cy="1519521"/>
            </a:xfrm>
            <a:prstGeom prst="rect">
              <a:avLst/>
            </a:prstGeom>
            <a:noFill/>
            <a:ln>
              <a:noFill/>
            </a:ln>
          </p:spPr>
          <p:txBody>
            <a:bodyPr anchorCtr="0" anchor="t" bIns="34275" lIns="68575" spcFirstLastPara="1" rIns="68575" wrap="square" tIns="34275">
              <a:normAutofit/>
            </a:bodyPr>
            <a:lstStyle/>
            <a:p>
              <a:pPr indent="-228600" lvl="0" marL="228600" marR="0" rtl="0" algn="l">
                <a:lnSpc>
                  <a:spcPct val="110000"/>
                </a:lnSpc>
                <a:spcBef>
                  <a:spcPts val="0"/>
                </a:spcBef>
                <a:spcAft>
                  <a:spcPts val="0"/>
                </a:spcAft>
                <a:buClr>
                  <a:srgbClr val="000000"/>
                </a:buClr>
                <a:buSzPts val="1800"/>
                <a:buFont typeface="Arial"/>
                <a:buChar char="•"/>
              </a:pPr>
              <a:r>
                <a:rPr b="0" i="1" lang="en" sz="1800" u="none" cap="none" strike="noStrike">
                  <a:solidFill>
                    <a:srgbClr val="3A3838"/>
                  </a:solidFill>
                  <a:latin typeface="Arial"/>
                  <a:ea typeface="Arial"/>
                  <a:cs typeface="Arial"/>
                  <a:sym typeface="Arial"/>
                </a:rPr>
                <a:t>Accessibilité par profil sécurisée 24h/24, solution SaaS sécurisée</a:t>
              </a:r>
              <a:endParaRPr/>
            </a:p>
          </p:txBody>
        </p:sp>
      </p:grpSp>
      <p:grpSp>
        <p:nvGrpSpPr>
          <p:cNvPr id="605" name="Google Shape;605;p15"/>
          <p:cNvGrpSpPr/>
          <p:nvPr/>
        </p:nvGrpSpPr>
        <p:grpSpPr>
          <a:xfrm>
            <a:off x="793333" y="2629510"/>
            <a:ext cx="3910911" cy="985499"/>
            <a:chOff x="1667572" y="4873407"/>
            <a:chExt cx="5214548" cy="1313998"/>
          </a:xfrm>
        </p:grpSpPr>
        <p:sp>
          <p:nvSpPr>
            <p:cNvPr id="606" name="Google Shape;606;p15"/>
            <p:cNvSpPr txBox="1"/>
            <p:nvPr/>
          </p:nvSpPr>
          <p:spPr>
            <a:xfrm>
              <a:off x="2934124" y="4873407"/>
              <a:ext cx="3947996" cy="1313998"/>
            </a:xfrm>
            <a:prstGeom prst="rect">
              <a:avLst/>
            </a:prstGeom>
            <a:noFill/>
            <a:ln>
              <a:noFill/>
            </a:ln>
          </p:spPr>
          <p:txBody>
            <a:bodyPr anchorCtr="0" anchor="t" bIns="34275" lIns="68575" spcFirstLastPara="1" rIns="68575" wrap="square" tIns="34275">
              <a:noAutofit/>
            </a:bodyPr>
            <a:lstStyle/>
            <a:p>
              <a:pPr indent="-228600" lvl="0" marL="228600" marR="0" rtl="0" algn="l">
                <a:lnSpc>
                  <a:spcPct val="110000"/>
                </a:lnSpc>
                <a:spcBef>
                  <a:spcPts val="0"/>
                </a:spcBef>
                <a:spcAft>
                  <a:spcPts val="0"/>
                </a:spcAft>
                <a:buClr>
                  <a:srgbClr val="000000"/>
                </a:buClr>
                <a:buSzPts val="1800"/>
                <a:buFont typeface="Arial"/>
                <a:buChar char="•"/>
              </a:pPr>
              <a:r>
                <a:rPr b="0" i="1" lang="en" sz="1800" u="none" cap="none" strike="noStrike">
                  <a:solidFill>
                    <a:srgbClr val="3A3838"/>
                  </a:solidFill>
                  <a:latin typeface="Arial"/>
                  <a:ea typeface="Arial"/>
                  <a:cs typeface="Arial"/>
                  <a:sym typeface="Arial"/>
                </a:rPr>
                <a:t>Gestions administrative, financière &amp; comptable digitalisées, pistes d’audit</a:t>
              </a:r>
              <a:endParaRPr/>
            </a:p>
          </p:txBody>
        </p:sp>
        <p:pic>
          <p:nvPicPr>
            <p:cNvPr id="607" name="Google Shape;607;p15"/>
            <p:cNvPicPr preferRelativeResize="0"/>
            <p:nvPr/>
          </p:nvPicPr>
          <p:blipFill rotWithShape="1">
            <a:blip r:embed="rId6">
              <a:alphaModFix/>
            </a:blip>
            <a:srcRect b="0" l="0" r="0" t="0"/>
            <a:stretch/>
          </p:blipFill>
          <p:spPr>
            <a:xfrm>
              <a:off x="1667572" y="4945942"/>
              <a:ext cx="1440000" cy="1168928"/>
            </a:xfrm>
            <a:prstGeom prst="rect">
              <a:avLst/>
            </a:prstGeom>
            <a:noFill/>
            <a:ln>
              <a:noFill/>
            </a:ln>
          </p:spPr>
        </p:pic>
      </p:grpSp>
      <p:grpSp>
        <p:nvGrpSpPr>
          <p:cNvPr id="608" name="Google Shape;608;p15"/>
          <p:cNvGrpSpPr/>
          <p:nvPr/>
        </p:nvGrpSpPr>
        <p:grpSpPr>
          <a:xfrm>
            <a:off x="4704245" y="2545938"/>
            <a:ext cx="4050649" cy="1257402"/>
            <a:chOff x="6257691" y="1541362"/>
            <a:chExt cx="5118140" cy="1676534"/>
          </a:xfrm>
        </p:grpSpPr>
        <p:pic>
          <p:nvPicPr>
            <p:cNvPr id="609" name="Google Shape;609;p15"/>
            <p:cNvPicPr preferRelativeResize="0"/>
            <p:nvPr/>
          </p:nvPicPr>
          <p:blipFill rotWithShape="1">
            <a:blip r:embed="rId7">
              <a:alphaModFix/>
            </a:blip>
            <a:srcRect b="0" l="0" r="0" t="0"/>
            <a:stretch/>
          </p:blipFill>
          <p:spPr>
            <a:xfrm>
              <a:off x="6257691" y="1541362"/>
              <a:ext cx="1476000" cy="1476000"/>
            </a:xfrm>
            <a:prstGeom prst="rect">
              <a:avLst/>
            </a:prstGeom>
            <a:noFill/>
            <a:ln>
              <a:noFill/>
            </a:ln>
          </p:spPr>
        </p:pic>
        <p:sp>
          <p:nvSpPr>
            <p:cNvPr id="610" name="Google Shape;610;p15"/>
            <p:cNvSpPr txBox="1"/>
            <p:nvPr/>
          </p:nvSpPr>
          <p:spPr>
            <a:xfrm>
              <a:off x="7433253" y="1545401"/>
              <a:ext cx="3942578" cy="1672495"/>
            </a:xfrm>
            <a:prstGeom prst="rect">
              <a:avLst/>
            </a:prstGeom>
            <a:noFill/>
            <a:ln>
              <a:noFill/>
            </a:ln>
          </p:spPr>
          <p:txBody>
            <a:bodyPr anchorCtr="0" anchor="t" bIns="34275" lIns="68575" spcFirstLastPara="1" rIns="68575" wrap="square" tIns="34275">
              <a:normAutofit/>
            </a:bodyPr>
            <a:lstStyle/>
            <a:p>
              <a:pPr indent="-228600" lvl="0" marL="228600" marR="0" rtl="0" algn="l">
                <a:lnSpc>
                  <a:spcPct val="110000"/>
                </a:lnSpc>
                <a:spcBef>
                  <a:spcPts val="0"/>
                </a:spcBef>
                <a:spcAft>
                  <a:spcPts val="0"/>
                </a:spcAft>
                <a:buClr>
                  <a:srgbClr val="000000"/>
                </a:buClr>
                <a:buSzPts val="1800"/>
                <a:buFont typeface="Arial"/>
                <a:buChar char="•"/>
              </a:pPr>
              <a:r>
                <a:rPr b="0" i="1" lang="en" sz="1800" u="none" cap="none" strike="noStrike">
                  <a:solidFill>
                    <a:srgbClr val="3A3838"/>
                  </a:solidFill>
                  <a:latin typeface="Arial"/>
                  <a:ea typeface="Arial"/>
                  <a:cs typeface="Arial"/>
                  <a:sym typeface="Arial"/>
                </a:rPr>
                <a:t>Traçabilité des transactions bancaires automatisée &amp; alertes</a:t>
              </a:r>
              <a:endParaRPr b="0" i="1" sz="1800" u="none" cap="none" strike="noStrike">
                <a:solidFill>
                  <a:srgbClr val="D5DBE5"/>
                </a:solidFill>
                <a:latin typeface="Arial"/>
                <a:ea typeface="Arial"/>
                <a:cs typeface="Arial"/>
                <a:sym typeface="Arial"/>
              </a:endParaRPr>
            </a:p>
          </p:txBody>
        </p:sp>
      </p:grpSp>
      <p:grpSp>
        <p:nvGrpSpPr>
          <p:cNvPr id="611" name="Google Shape;611;p15"/>
          <p:cNvGrpSpPr/>
          <p:nvPr/>
        </p:nvGrpSpPr>
        <p:grpSpPr>
          <a:xfrm>
            <a:off x="5643056" y="1241640"/>
            <a:ext cx="3305752" cy="1073944"/>
            <a:chOff x="6955133" y="3221794"/>
            <a:chExt cx="4407669" cy="1431925"/>
          </a:xfrm>
        </p:grpSpPr>
        <p:pic>
          <p:nvPicPr>
            <p:cNvPr id="612" name="Google Shape;612;p15"/>
            <p:cNvPicPr preferRelativeResize="0"/>
            <p:nvPr/>
          </p:nvPicPr>
          <p:blipFill rotWithShape="1">
            <a:blip r:embed="rId8">
              <a:alphaModFix/>
            </a:blip>
            <a:srcRect b="0" l="0" r="0" t="0"/>
            <a:stretch/>
          </p:blipFill>
          <p:spPr>
            <a:xfrm>
              <a:off x="6955133" y="3285882"/>
              <a:ext cx="1303748" cy="1303748"/>
            </a:xfrm>
            <a:prstGeom prst="rect">
              <a:avLst/>
            </a:prstGeom>
            <a:noFill/>
            <a:ln>
              <a:noFill/>
            </a:ln>
          </p:spPr>
        </p:pic>
        <p:sp>
          <p:nvSpPr>
            <p:cNvPr id="613" name="Google Shape;613;p15"/>
            <p:cNvSpPr txBox="1"/>
            <p:nvPr/>
          </p:nvSpPr>
          <p:spPr>
            <a:xfrm>
              <a:off x="8211721" y="3221794"/>
              <a:ext cx="3151081" cy="1431925"/>
            </a:xfrm>
            <a:prstGeom prst="rect">
              <a:avLst/>
            </a:prstGeom>
            <a:noFill/>
            <a:ln>
              <a:noFill/>
            </a:ln>
          </p:spPr>
          <p:txBody>
            <a:bodyPr anchorCtr="0" anchor="t" bIns="34275" lIns="68575" spcFirstLastPara="1" rIns="68575" wrap="square" tIns="34275">
              <a:normAutofit/>
            </a:bodyPr>
            <a:lstStyle/>
            <a:p>
              <a:pPr indent="-228600" lvl="0" marL="228600" marR="0" rtl="0" algn="l">
                <a:lnSpc>
                  <a:spcPct val="110000"/>
                </a:lnSpc>
                <a:spcBef>
                  <a:spcPts val="0"/>
                </a:spcBef>
                <a:spcAft>
                  <a:spcPts val="0"/>
                </a:spcAft>
                <a:buClr>
                  <a:srgbClr val="000000"/>
                </a:buClr>
                <a:buSzPts val="1800"/>
                <a:buFont typeface="Arial"/>
                <a:buChar char="•"/>
              </a:pPr>
              <a:r>
                <a:rPr b="0" i="1" lang="en" sz="1800" u="none" cap="none" strike="noStrike">
                  <a:solidFill>
                    <a:srgbClr val="3A3838"/>
                  </a:solidFill>
                  <a:latin typeface="Arial"/>
                  <a:ea typeface="Arial"/>
                  <a:cs typeface="Arial"/>
                  <a:sym typeface="Arial"/>
                </a:rPr>
                <a:t>IA &amp; métriques pour porteurs de projet &amp; financeurs</a:t>
              </a:r>
              <a:endParaRPr/>
            </a:p>
            <a:p>
              <a:pPr indent="0" lvl="0" marL="0" marR="0" rtl="0" algn="ctr">
                <a:lnSpc>
                  <a:spcPct val="110000"/>
                </a:lnSpc>
                <a:spcBef>
                  <a:spcPts val="319"/>
                </a:spcBef>
                <a:spcAft>
                  <a:spcPts val="0"/>
                </a:spcAft>
                <a:buClr>
                  <a:srgbClr val="000000"/>
                </a:buClr>
                <a:buSzPts val="1800"/>
                <a:buFont typeface="Arial"/>
                <a:buNone/>
              </a:pPr>
              <a:r>
                <a:t/>
              </a:r>
              <a:endParaRPr b="0" i="1" sz="1800" u="none" cap="none" strike="noStrike">
                <a:solidFill>
                  <a:srgbClr val="D5DBE5"/>
                </a:solidFill>
                <a:latin typeface="Arial"/>
                <a:ea typeface="Arial"/>
                <a:cs typeface="Arial"/>
                <a:sym typeface="Arial"/>
              </a:endParaRPr>
            </a:p>
          </p:txBody>
        </p:sp>
      </p:grpSp>
      <p:sp>
        <p:nvSpPr>
          <p:cNvPr id="614" name="Google Shape;614;p15"/>
          <p:cNvSpPr txBox="1"/>
          <p:nvPr>
            <p:ph idx="4294967295" type="dt"/>
          </p:nvPr>
        </p:nvSpPr>
        <p:spPr>
          <a:xfrm>
            <a:off x="628650" y="4882640"/>
            <a:ext cx="2057400" cy="27384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
                <a:solidFill>
                  <a:srgbClr val="888888"/>
                </a:solidFill>
              </a:rPr>
              <a:t>févr.-24</a:t>
            </a:r>
            <a:endParaRPr>
              <a:solidFill>
                <a:srgbClr val="888888"/>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descr="Blue rectangle" id="619" name="Google Shape;619;p16"/>
          <p:cNvSpPr/>
          <p:nvPr/>
        </p:nvSpPr>
        <p:spPr>
          <a:xfrm>
            <a:off x="0" y="1373279"/>
            <a:ext cx="9144000" cy="3257897"/>
          </a:xfrm>
          <a:custGeom>
            <a:rect b="b" l="l" r="r" t="t"/>
            <a:pathLst>
              <a:path extrusionOk="0" h="6858000" w="12189460">
                <a:moveTo>
                  <a:pt x="0" y="6858000"/>
                </a:moveTo>
                <a:lnTo>
                  <a:pt x="12188952" y="6858000"/>
                </a:lnTo>
                <a:lnTo>
                  <a:pt x="12188952" y="0"/>
                </a:lnTo>
                <a:lnTo>
                  <a:pt x="0" y="0"/>
                </a:lnTo>
                <a:lnTo>
                  <a:pt x="0" y="6858000"/>
                </a:lnTo>
                <a:close/>
              </a:path>
            </a:pathLst>
          </a:custGeom>
          <a:solidFill>
            <a:schemeClr val="dk2">
              <a:alpha val="69803"/>
            </a:schemeClr>
          </a:solidFill>
          <a:ln>
            <a:noFill/>
          </a:ln>
        </p:spPr>
        <p:txBody>
          <a:bodyPr anchorCtr="0" anchor="t" bIns="0" lIns="0" spcFirstLastPara="1" rIns="0" wrap="square" tIns="0">
            <a:normAutofit/>
          </a:bodyPr>
          <a:lstStyle/>
          <a:p>
            <a:pPr indent="0" lvl="0" marL="0" marR="0" rtl="0" algn="ctr">
              <a:lnSpc>
                <a:spcPct val="90000"/>
              </a:lnSpc>
              <a:spcBef>
                <a:spcPts val="0"/>
              </a:spcBef>
              <a:spcAft>
                <a:spcPts val="0"/>
              </a:spcAft>
              <a:buClr>
                <a:srgbClr val="3F3F3F"/>
              </a:buClr>
              <a:buSzPts val="1200"/>
              <a:buFont typeface="Arial"/>
              <a:buNone/>
            </a:pPr>
            <a:r>
              <a:t/>
            </a:r>
            <a:endParaRPr b="0" i="0" sz="1200" u="none" cap="none" strike="noStrike">
              <a:solidFill>
                <a:srgbClr val="3F3F3F"/>
              </a:solidFill>
              <a:latin typeface=" Arial"/>
              <a:ea typeface=" Arial"/>
              <a:cs typeface=" Arial"/>
              <a:sym typeface=" Arial"/>
            </a:endParaRPr>
          </a:p>
        </p:txBody>
      </p:sp>
      <p:sp>
        <p:nvSpPr>
          <p:cNvPr id="620" name="Google Shape;620;p16"/>
          <p:cNvSpPr txBox="1"/>
          <p:nvPr>
            <p:ph idx="12" type="sldNum"/>
          </p:nvPr>
        </p:nvSpPr>
        <p:spPr>
          <a:xfrm>
            <a:off x="8601633" y="4631177"/>
            <a:ext cx="267837"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
                <a:solidFill>
                  <a:srgbClr val="00292E"/>
                </a:solidFill>
                <a:latin typeface=" Arial"/>
                <a:ea typeface=" Arial"/>
                <a:cs typeface=" Arial"/>
                <a:sym typeface=" Arial"/>
              </a:rPr>
              <a:t>‹#›</a:t>
            </a:fld>
            <a:endParaRPr>
              <a:solidFill>
                <a:srgbClr val="00292E"/>
              </a:solidFill>
              <a:latin typeface=" Arial"/>
              <a:ea typeface=" Arial"/>
              <a:cs typeface=" Arial"/>
              <a:sym typeface=" Arial"/>
            </a:endParaRPr>
          </a:p>
        </p:txBody>
      </p:sp>
      <p:sp>
        <p:nvSpPr>
          <p:cNvPr id="621" name="Google Shape;621;p16"/>
          <p:cNvSpPr txBox="1"/>
          <p:nvPr>
            <p:ph type="title"/>
          </p:nvPr>
        </p:nvSpPr>
        <p:spPr>
          <a:xfrm>
            <a:off x="628650" y="273844"/>
            <a:ext cx="7886700" cy="8063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58ED5"/>
              </a:buClr>
              <a:buSzPts val="2400"/>
              <a:buFont typeface="Montserrat"/>
              <a:buNone/>
            </a:pPr>
            <a:r>
              <a:rPr lang="en">
                <a:solidFill>
                  <a:srgbClr val="558ED5"/>
                </a:solidFill>
                <a:latin typeface="Montserrat"/>
                <a:ea typeface="Montserrat"/>
                <a:cs typeface="Montserrat"/>
                <a:sym typeface="Montserrat"/>
              </a:rPr>
              <a:t>INTERFACE FINANCEURS</a:t>
            </a:r>
            <a:endParaRPr>
              <a:solidFill>
                <a:srgbClr val="558ED5"/>
              </a:solidFill>
            </a:endParaRPr>
          </a:p>
        </p:txBody>
      </p:sp>
      <p:pic>
        <p:nvPicPr>
          <p:cNvPr id="622" name="Google Shape;622;p16"/>
          <p:cNvPicPr preferRelativeResize="0"/>
          <p:nvPr>
            <p:ph idx="1" type="body"/>
          </p:nvPr>
        </p:nvPicPr>
        <p:blipFill rotWithShape="1">
          <a:blip r:embed="rId3">
            <a:alphaModFix/>
          </a:blip>
          <a:srcRect b="0" l="0" r="0" t="0"/>
          <a:stretch/>
        </p:blipFill>
        <p:spPr>
          <a:xfrm>
            <a:off x="-7150" y="1373278"/>
            <a:ext cx="3121213" cy="1806387"/>
          </a:xfrm>
          <a:prstGeom prst="rect">
            <a:avLst/>
          </a:prstGeom>
          <a:noFill/>
          <a:ln>
            <a:noFill/>
          </a:ln>
        </p:spPr>
      </p:pic>
      <p:pic>
        <p:nvPicPr>
          <p:cNvPr id="623" name="Google Shape;623;p16"/>
          <p:cNvPicPr preferRelativeResize="0"/>
          <p:nvPr>
            <p:ph idx="2" type="body"/>
          </p:nvPr>
        </p:nvPicPr>
        <p:blipFill rotWithShape="1">
          <a:blip r:embed="rId4">
            <a:alphaModFix/>
          </a:blip>
          <a:srcRect b="0" l="0" r="0" t="0"/>
          <a:stretch/>
        </p:blipFill>
        <p:spPr>
          <a:xfrm>
            <a:off x="457565" y="2140250"/>
            <a:ext cx="3999946" cy="2314944"/>
          </a:xfrm>
          <a:prstGeom prst="rect">
            <a:avLst/>
          </a:prstGeom>
          <a:noFill/>
          <a:ln>
            <a:noFill/>
          </a:ln>
        </p:spPr>
      </p:pic>
      <p:sp>
        <p:nvSpPr>
          <p:cNvPr id="624" name="Google Shape;624;p16"/>
          <p:cNvSpPr txBox="1"/>
          <p:nvPr>
            <p:ph idx="10" type="dt"/>
          </p:nvPr>
        </p:nvSpPr>
        <p:spPr>
          <a:xfrm>
            <a:off x="628650" y="4631177"/>
            <a:ext cx="2057400" cy="27384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t/>
            </a:r>
            <a:endParaRPr>
              <a:solidFill>
                <a:srgbClr val="888888"/>
              </a:solidFill>
              <a:latin typeface=" Arial"/>
              <a:ea typeface=" Arial"/>
              <a:cs typeface=" Arial"/>
              <a:sym typeface=" Arial"/>
            </a:endParaRPr>
          </a:p>
        </p:txBody>
      </p:sp>
      <p:pic>
        <p:nvPicPr>
          <p:cNvPr id="625" name="Google Shape;625;p16"/>
          <p:cNvPicPr preferRelativeResize="0"/>
          <p:nvPr/>
        </p:nvPicPr>
        <p:blipFill rotWithShape="1">
          <a:blip r:embed="rId5">
            <a:alphaModFix/>
          </a:blip>
          <a:srcRect b="0" l="0" r="0" t="0"/>
          <a:stretch/>
        </p:blipFill>
        <p:spPr>
          <a:xfrm>
            <a:off x="5079897" y="1367941"/>
            <a:ext cx="3655655" cy="1792985"/>
          </a:xfrm>
          <a:prstGeom prst="rect">
            <a:avLst/>
          </a:prstGeom>
          <a:noFill/>
          <a:ln>
            <a:noFill/>
          </a:ln>
        </p:spPr>
      </p:pic>
      <p:pic>
        <p:nvPicPr>
          <p:cNvPr id="626" name="Google Shape;626;p16"/>
          <p:cNvPicPr preferRelativeResize="0"/>
          <p:nvPr/>
        </p:nvPicPr>
        <p:blipFill rotWithShape="1">
          <a:blip r:embed="rId6">
            <a:alphaModFix/>
          </a:blip>
          <a:srcRect b="-108" l="0" r="0" t="0"/>
          <a:stretch/>
        </p:blipFill>
        <p:spPr>
          <a:xfrm>
            <a:off x="5086161" y="1518061"/>
            <a:ext cx="3655655" cy="1747190"/>
          </a:xfrm>
          <a:prstGeom prst="rect">
            <a:avLst/>
          </a:prstGeom>
          <a:noFill/>
          <a:ln>
            <a:noFill/>
          </a:ln>
        </p:spPr>
      </p:pic>
      <p:grpSp>
        <p:nvGrpSpPr>
          <p:cNvPr id="627" name="Google Shape;627;p16"/>
          <p:cNvGrpSpPr/>
          <p:nvPr/>
        </p:nvGrpSpPr>
        <p:grpSpPr>
          <a:xfrm>
            <a:off x="4686491" y="3231805"/>
            <a:ext cx="4465428" cy="1945092"/>
            <a:chOff x="6015302" y="1690685"/>
            <a:chExt cx="5953904" cy="2593456"/>
          </a:xfrm>
        </p:grpSpPr>
        <p:pic>
          <p:nvPicPr>
            <p:cNvPr id="628" name="Google Shape;628;p16"/>
            <p:cNvPicPr preferRelativeResize="0"/>
            <p:nvPr/>
          </p:nvPicPr>
          <p:blipFill rotWithShape="1">
            <a:blip r:embed="rId7">
              <a:alphaModFix/>
            </a:blip>
            <a:srcRect b="0" l="851" r="0" t="1620"/>
            <a:stretch/>
          </p:blipFill>
          <p:spPr>
            <a:xfrm>
              <a:off x="6015302" y="1704698"/>
              <a:ext cx="5953904" cy="2579443"/>
            </a:xfrm>
            <a:prstGeom prst="snip1Rect">
              <a:avLst>
                <a:gd fmla="val 50000" name="adj"/>
              </a:avLst>
            </a:prstGeom>
            <a:noFill/>
            <a:ln>
              <a:noFill/>
            </a:ln>
          </p:spPr>
        </p:pic>
        <p:sp>
          <p:nvSpPr>
            <p:cNvPr id="629" name="Google Shape;629;p16"/>
            <p:cNvSpPr/>
            <p:nvPr/>
          </p:nvSpPr>
          <p:spPr>
            <a:xfrm rot="10800000">
              <a:off x="9096628" y="1690685"/>
              <a:ext cx="2872577" cy="1392148"/>
            </a:xfrm>
            <a:prstGeom prst="rtTriangl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50" u="none" cap="none" strike="noStrike">
                <a:solidFill>
                  <a:srgbClr val="FFFFFF"/>
                </a:solidFill>
                <a:latin typeface=" Arial"/>
                <a:ea typeface=" Arial"/>
                <a:cs typeface=" Arial"/>
                <a:sym typeface=" Arial"/>
              </a:endParaRPr>
            </a:p>
          </p:txBody>
        </p:sp>
      </p:grpSp>
      <p:pic>
        <p:nvPicPr>
          <p:cNvPr id="630" name="Google Shape;630;p16"/>
          <p:cNvPicPr preferRelativeResize="0"/>
          <p:nvPr/>
        </p:nvPicPr>
        <p:blipFill rotWithShape="1">
          <a:blip r:embed="rId8">
            <a:alphaModFix/>
          </a:blip>
          <a:srcRect b="0" l="0" r="0" t="0"/>
          <a:stretch/>
        </p:blipFill>
        <p:spPr>
          <a:xfrm>
            <a:off x="1793863" y="3170677"/>
            <a:ext cx="3115850" cy="1972823"/>
          </a:xfrm>
          <a:prstGeom prst="rect">
            <a:avLst/>
          </a:prstGeom>
          <a:noFill/>
          <a:ln>
            <a:noFill/>
          </a:ln>
        </p:spPr>
      </p:pic>
      <p:sp>
        <p:nvSpPr>
          <p:cNvPr id="631" name="Google Shape;631;p16"/>
          <p:cNvSpPr/>
          <p:nvPr/>
        </p:nvSpPr>
        <p:spPr>
          <a:xfrm>
            <a:off x="628650" y="1029536"/>
            <a:ext cx="5804153"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 sz="1800" u="none" cap="none" strike="noStrike">
                <a:solidFill>
                  <a:srgbClr val="107082"/>
                </a:solidFill>
                <a:latin typeface="Gill Sans"/>
                <a:ea typeface="Gill Sans"/>
                <a:cs typeface="Gill Sans"/>
                <a:sym typeface="Gill Sans"/>
              </a:rPr>
              <a:t>Un outil d’analyse de données sectorielles (non contractuel)</a:t>
            </a:r>
            <a:endParaRPr b="0" i="0" sz="1400" u="none" cap="none" strike="noStrike">
              <a:solidFill>
                <a:srgbClr val="000000"/>
              </a:solidFill>
              <a:latin typeface="Arial"/>
              <a:ea typeface="Arial"/>
              <a:cs typeface="Arial"/>
              <a:sym typeface="Arial"/>
            </a:endParaRPr>
          </a:p>
        </p:txBody>
      </p:sp>
      <p:sp>
        <p:nvSpPr>
          <p:cNvPr id="632" name="Google Shape;632;p16"/>
          <p:cNvSpPr/>
          <p:nvPr/>
        </p:nvSpPr>
        <p:spPr>
          <a:xfrm>
            <a:off x="6755152" y="3960496"/>
            <a:ext cx="85229" cy="90916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50" u="none" cap="none" strike="noStrike">
              <a:solidFill>
                <a:srgbClr val="FFFFFF"/>
              </a:solidFill>
              <a:latin typeface=" Arial"/>
              <a:ea typeface=" Arial"/>
              <a:cs typeface=" Arial"/>
              <a:sym typeface=" Arial"/>
            </a:endParaRPr>
          </a:p>
        </p:txBody>
      </p:sp>
      <p:sp>
        <p:nvSpPr>
          <p:cNvPr id="633" name="Google Shape;633;p16"/>
          <p:cNvSpPr/>
          <p:nvPr/>
        </p:nvSpPr>
        <p:spPr>
          <a:xfrm>
            <a:off x="7891721" y="4347554"/>
            <a:ext cx="85229" cy="71577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50" u="none" cap="none" strike="noStrike">
              <a:solidFill>
                <a:srgbClr val="FFFFFF"/>
              </a:solidFill>
              <a:latin typeface=" Arial"/>
              <a:ea typeface=" Arial"/>
              <a:cs typeface=" Arial"/>
              <a:sym typeface=" Arial"/>
            </a:endParaRPr>
          </a:p>
        </p:txBody>
      </p:sp>
      <p:sp>
        <p:nvSpPr>
          <p:cNvPr id="634" name="Google Shape;634;p16"/>
          <p:cNvSpPr/>
          <p:nvPr/>
        </p:nvSpPr>
        <p:spPr>
          <a:xfrm>
            <a:off x="8774431" y="4644933"/>
            <a:ext cx="66392" cy="43951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50" u="none" cap="none" strike="noStrike">
              <a:solidFill>
                <a:srgbClr val="FFFFFF"/>
              </a:solidFill>
              <a:latin typeface=" Arial"/>
              <a:ea typeface=" Arial"/>
              <a:cs typeface=" Arial"/>
              <a:sym typeface=" 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pic>
        <p:nvPicPr>
          <p:cNvPr id="639" name="Google Shape;639;p17"/>
          <p:cNvPicPr preferRelativeResize="0"/>
          <p:nvPr/>
        </p:nvPicPr>
        <p:blipFill rotWithShape="1">
          <a:blip r:embed="rId3">
            <a:alphaModFix amt="15000"/>
          </a:blip>
          <a:srcRect b="0" l="0" r="0" t="0"/>
          <a:stretch/>
        </p:blipFill>
        <p:spPr>
          <a:xfrm>
            <a:off x="2202988" y="95700"/>
            <a:ext cx="5143500" cy="5143500"/>
          </a:xfrm>
          <a:prstGeom prst="rect">
            <a:avLst/>
          </a:prstGeom>
          <a:noFill/>
          <a:ln>
            <a:noFill/>
          </a:ln>
          <a:effectLst>
            <a:outerShdw blurRad="1270000" rotWithShape="0" algn="ctr" dir="5400000" dist="50800">
              <a:schemeClr val="lt1">
                <a:alpha val="0"/>
              </a:schemeClr>
            </a:outerShdw>
          </a:effectLst>
        </p:spPr>
      </p:pic>
      <p:sp>
        <p:nvSpPr>
          <p:cNvPr id="640" name="Google Shape;640;p17"/>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3C78D8"/>
              </a:buClr>
              <a:buSzPts val="2500"/>
              <a:buFont typeface="Montserrat"/>
              <a:buNone/>
            </a:pPr>
            <a:r>
              <a:rPr b="1" i="0" lang="en" sz="2000" u="none" cap="none" strike="noStrike">
                <a:solidFill>
                  <a:srgbClr val="558ED5"/>
                </a:solidFill>
                <a:latin typeface="Montserrat"/>
                <a:ea typeface="Montserrat"/>
                <a:cs typeface="Montserrat"/>
                <a:sym typeface="Montserrat"/>
              </a:rPr>
              <a:t>ILS NOUS FONT CONFIANCE</a:t>
            </a:r>
            <a:endParaRPr/>
          </a:p>
        </p:txBody>
      </p:sp>
      <p:sp>
        <p:nvSpPr>
          <p:cNvPr id="641" name="Google Shape;641;p1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pic>
        <p:nvPicPr>
          <p:cNvPr id="642" name="Google Shape;642;p17"/>
          <p:cNvPicPr preferRelativeResize="0"/>
          <p:nvPr/>
        </p:nvPicPr>
        <p:blipFill rotWithShape="1">
          <a:blip r:embed="rId4">
            <a:alphaModFix/>
          </a:blip>
          <a:srcRect b="0" l="0" r="0" t="0"/>
          <a:stretch/>
        </p:blipFill>
        <p:spPr>
          <a:xfrm>
            <a:off x="1107107" y="3478518"/>
            <a:ext cx="1092861" cy="1011304"/>
          </a:xfrm>
          <a:prstGeom prst="rect">
            <a:avLst/>
          </a:prstGeom>
          <a:noFill/>
          <a:ln>
            <a:noFill/>
          </a:ln>
        </p:spPr>
      </p:pic>
      <p:sp>
        <p:nvSpPr>
          <p:cNvPr id="643" name="Google Shape;643;p17"/>
          <p:cNvSpPr/>
          <p:nvPr/>
        </p:nvSpPr>
        <p:spPr>
          <a:xfrm>
            <a:off x="3961195" y="1105855"/>
            <a:ext cx="2107153" cy="3435889"/>
          </a:xfrm>
          <a:prstGeom prst="roundRect">
            <a:avLst>
              <a:gd fmla="val 16667" name="adj"/>
            </a:avLst>
          </a:prstGeom>
          <a:noFill/>
          <a:ln cap="flat" cmpd="sng" w="25400">
            <a:solidFill>
              <a:srgbClr val="558E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644" name="Google Shape;644;p17"/>
          <p:cNvPicPr preferRelativeResize="0"/>
          <p:nvPr/>
        </p:nvPicPr>
        <p:blipFill rotWithShape="1">
          <a:blip r:embed="rId5">
            <a:alphaModFix/>
          </a:blip>
          <a:srcRect b="0" l="0" r="0" t="0"/>
          <a:stretch/>
        </p:blipFill>
        <p:spPr>
          <a:xfrm>
            <a:off x="1247780" y="1282609"/>
            <a:ext cx="2038243" cy="910189"/>
          </a:xfrm>
          <a:prstGeom prst="rect">
            <a:avLst/>
          </a:prstGeom>
          <a:noFill/>
          <a:ln>
            <a:noFill/>
          </a:ln>
        </p:spPr>
      </p:pic>
      <p:pic>
        <p:nvPicPr>
          <p:cNvPr id="645" name="Google Shape;645;p17"/>
          <p:cNvPicPr preferRelativeResize="0"/>
          <p:nvPr/>
        </p:nvPicPr>
        <p:blipFill rotWithShape="1">
          <a:blip r:embed="rId6">
            <a:alphaModFix/>
          </a:blip>
          <a:srcRect b="0" l="0" r="0" t="0"/>
          <a:stretch/>
        </p:blipFill>
        <p:spPr>
          <a:xfrm>
            <a:off x="1054053" y="2208713"/>
            <a:ext cx="1145915" cy="658901"/>
          </a:xfrm>
          <a:prstGeom prst="rect">
            <a:avLst/>
          </a:prstGeom>
          <a:noFill/>
          <a:ln>
            <a:noFill/>
          </a:ln>
        </p:spPr>
      </p:pic>
      <p:pic>
        <p:nvPicPr>
          <p:cNvPr id="646" name="Google Shape;646;p17"/>
          <p:cNvPicPr preferRelativeResize="0"/>
          <p:nvPr/>
        </p:nvPicPr>
        <p:blipFill rotWithShape="1">
          <a:blip r:embed="rId7">
            <a:alphaModFix/>
          </a:blip>
          <a:srcRect b="0" l="0" r="0" t="0"/>
          <a:stretch/>
        </p:blipFill>
        <p:spPr>
          <a:xfrm>
            <a:off x="4217577" y="2942379"/>
            <a:ext cx="1412488" cy="1412488"/>
          </a:xfrm>
          <a:prstGeom prst="rect">
            <a:avLst/>
          </a:prstGeom>
          <a:noFill/>
          <a:ln>
            <a:noFill/>
          </a:ln>
        </p:spPr>
      </p:pic>
      <p:pic>
        <p:nvPicPr>
          <p:cNvPr id="647" name="Google Shape;647;p17"/>
          <p:cNvPicPr preferRelativeResize="0"/>
          <p:nvPr/>
        </p:nvPicPr>
        <p:blipFill rotWithShape="1">
          <a:blip r:embed="rId8">
            <a:alphaModFix/>
          </a:blip>
          <a:srcRect b="0" l="0" r="0" t="0"/>
          <a:stretch/>
        </p:blipFill>
        <p:spPr>
          <a:xfrm>
            <a:off x="2009771" y="2977900"/>
            <a:ext cx="1383024" cy="509535"/>
          </a:xfrm>
          <a:prstGeom prst="rect">
            <a:avLst/>
          </a:prstGeom>
          <a:noFill/>
          <a:ln>
            <a:noFill/>
          </a:ln>
        </p:spPr>
      </p:pic>
      <p:sp>
        <p:nvSpPr>
          <p:cNvPr id="648" name="Google Shape;648;p17"/>
          <p:cNvSpPr/>
          <p:nvPr/>
        </p:nvSpPr>
        <p:spPr>
          <a:xfrm>
            <a:off x="953043" y="1105856"/>
            <a:ext cx="2565685" cy="3435889"/>
          </a:xfrm>
          <a:prstGeom prst="roundRect">
            <a:avLst>
              <a:gd fmla="val 16667" name="adj"/>
            </a:avLst>
          </a:prstGeom>
          <a:noFill/>
          <a:ln cap="flat" cmpd="sng" w="25400">
            <a:solidFill>
              <a:srgbClr val="558E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49" name="Google Shape;649;p17"/>
          <p:cNvSpPr/>
          <p:nvPr/>
        </p:nvSpPr>
        <p:spPr>
          <a:xfrm>
            <a:off x="6641272" y="1053933"/>
            <a:ext cx="1874078" cy="3435889"/>
          </a:xfrm>
          <a:prstGeom prst="roundRect">
            <a:avLst>
              <a:gd fmla="val 16667" name="adj"/>
            </a:avLst>
          </a:prstGeom>
          <a:noFill/>
          <a:ln cap="flat" cmpd="sng" w="25400">
            <a:solidFill>
              <a:srgbClr val="558E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650" name="Google Shape;650;p17"/>
          <p:cNvPicPr preferRelativeResize="0"/>
          <p:nvPr/>
        </p:nvPicPr>
        <p:blipFill rotWithShape="1">
          <a:blip r:embed="rId9">
            <a:alphaModFix/>
          </a:blip>
          <a:srcRect b="0" l="0" r="0" t="0"/>
          <a:stretch/>
        </p:blipFill>
        <p:spPr>
          <a:xfrm>
            <a:off x="6826261" y="1852185"/>
            <a:ext cx="1535898" cy="767949"/>
          </a:xfrm>
          <a:prstGeom prst="rect">
            <a:avLst/>
          </a:prstGeom>
          <a:noFill/>
          <a:ln>
            <a:noFill/>
          </a:ln>
        </p:spPr>
      </p:pic>
      <p:pic>
        <p:nvPicPr>
          <p:cNvPr id="651" name="Google Shape;651;p17"/>
          <p:cNvPicPr preferRelativeResize="0"/>
          <p:nvPr/>
        </p:nvPicPr>
        <p:blipFill rotWithShape="1">
          <a:blip r:embed="rId10">
            <a:alphaModFix/>
          </a:blip>
          <a:srcRect b="0" l="0" r="0" t="0"/>
          <a:stretch/>
        </p:blipFill>
        <p:spPr>
          <a:xfrm>
            <a:off x="4209446" y="977344"/>
            <a:ext cx="1428750" cy="1428750"/>
          </a:xfrm>
          <a:prstGeom prst="rect">
            <a:avLst/>
          </a:prstGeom>
          <a:noFill/>
          <a:ln>
            <a:noFill/>
          </a:ln>
        </p:spPr>
      </p:pic>
      <p:pic>
        <p:nvPicPr>
          <p:cNvPr id="652" name="Google Shape;652;p17"/>
          <p:cNvPicPr preferRelativeResize="0"/>
          <p:nvPr/>
        </p:nvPicPr>
        <p:blipFill rotWithShape="1">
          <a:blip r:embed="rId11">
            <a:alphaModFix/>
          </a:blip>
          <a:srcRect b="0" l="0" r="0" t="0"/>
          <a:stretch/>
        </p:blipFill>
        <p:spPr>
          <a:xfrm>
            <a:off x="6913942" y="1419143"/>
            <a:ext cx="1328737" cy="398621"/>
          </a:xfrm>
          <a:prstGeom prst="rect">
            <a:avLst/>
          </a:prstGeom>
          <a:noFill/>
          <a:ln>
            <a:noFill/>
          </a:ln>
        </p:spPr>
      </p:pic>
      <p:pic>
        <p:nvPicPr>
          <p:cNvPr id="653" name="Google Shape;653;p17"/>
          <p:cNvPicPr preferRelativeResize="0"/>
          <p:nvPr/>
        </p:nvPicPr>
        <p:blipFill rotWithShape="1">
          <a:blip r:embed="rId12">
            <a:alphaModFix/>
          </a:blip>
          <a:srcRect b="0" l="0" r="0" t="0"/>
          <a:stretch/>
        </p:blipFill>
        <p:spPr>
          <a:xfrm>
            <a:off x="7025653" y="2823799"/>
            <a:ext cx="1105311" cy="54099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pic>
        <p:nvPicPr>
          <p:cNvPr id="658" name="Google Shape;658;p18"/>
          <p:cNvPicPr preferRelativeResize="0"/>
          <p:nvPr/>
        </p:nvPicPr>
        <p:blipFill rotWithShape="1">
          <a:blip r:embed="rId3">
            <a:alphaModFix amt="15000"/>
          </a:blip>
          <a:srcRect b="0" l="0" r="0" t="0"/>
          <a:stretch/>
        </p:blipFill>
        <p:spPr>
          <a:xfrm>
            <a:off x="2343150" y="133989"/>
            <a:ext cx="5143500" cy="5143500"/>
          </a:xfrm>
          <a:prstGeom prst="rect">
            <a:avLst/>
          </a:prstGeom>
          <a:noFill/>
          <a:ln>
            <a:noFill/>
          </a:ln>
          <a:effectLst>
            <a:outerShdw blurRad="1270000" rotWithShape="0" algn="ctr" dir="5400000" dist="50800">
              <a:schemeClr val="lt1">
                <a:alpha val="0"/>
              </a:schemeClr>
            </a:outerShdw>
          </a:effectLst>
        </p:spPr>
      </p:pic>
      <p:sp>
        <p:nvSpPr>
          <p:cNvPr id="659" name="Google Shape;659;p18"/>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 sz="2400">
                <a:solidFill>
                  <a:srgbClr val="558ED5"/>
                </a:solidFill>
                <a:latin typeface="Montserrat"/>
                <a:ea typeface="Montserrat"/>
                <a:cs typeface="Montserrat"/>
                <a:sym typeface="Montserrat"/>
              </a:rPr>
              <a:t>OPPORTUNITES</a:t>
            </a:r>
            <a:endParaRPr sz="2400">
              <a:solidFill>
                <a:srgbClr val="558ED5"/>
              </a:solidFill>
            </a:endParaRPr>
          </a:p>
        </p:txBody>
      </p:sp>
      <p:sp>
        <p:nvSpPr>
          <p:cNvPr id="660" name="Google Shape;660;p18"/>
          <p:cNvSpPr txBox="1"/>
          <p:nvPr>
            <p:ph idx="1" type="body"/>
          </p:nvPr>
        </p:nvSpPr>
        <p:spPr>
          <a:xfrm>
            <a:off x="628650" y="1369218"/>
            <a:ext cx="3886200" cy="3263504"/>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750"/>
              </a:spcBef>
              <a:spcAft>
                <a:spcPts val="0"/>
              </a:spcAft>
              <a:buSzPts val="1800"/>
              <a:buNone/>
            </a:pPr>
            <a:r>
              <a:rPr b="1" lang="en" sz="1800" u="sng"/>
              <a:t>INSTITUTIONNELS</a:t>
            </a:r>
            <a:endParaRPr/>
          </a:p>
          <a:p>
            <a:pPr indent="-342900" lvl="0" marL="457200" rtl="0" algn="l">
              <a:lnSpc>
                <a:spcPct val="90000"/>
              </a:lnSpc>
              <a:spcBef>
                <a:spcPts val="750"/>
              </a:spcBef>
              <a:spcAft>
                <a:spcPts val="0"/>
              </a:spcAft>
              <a:buSzPts val="1800"/>
              <a:buChar char="•"/>
            </a:pPr>
            <a:r>
              <a:rPr lang="en" sz="1800"/>
              <a:t>Region Guadeloupe</a:t>
            </a:r>
            <a:endParaRPr/>
          </a:p>
          <a:p>
            <a:pPr indent="-342900" lvl="0" marL="457200" rtl="0" algn="l">
              <a:lnSpc>
                <a:spcPct val="90000"/>
              </a:lnSpc>
              <a:spcBef>
                <a:spcPts val="750"/>
              </a:spcBef>
              <a:spcAft>
                <a:spcPts val="0"/>
              </a:spcAft>
              <a:buSzPts val="1800"/>
              <a:buChar char="•"/>
            </a:pPr>
            <a:r>
              <a:rPr lang="en" sz="1800"/>
              <a:t>DEETS</a:t>
            </a:r>
            <a:endParaRPr/>
          </a:p>
          <a:p>
            <a:pPr indent="-342900" lvl="0" marL="457200" rtl="0" algn="l">
              <a:lnSpc>
                <a:spcPct val="90000"/>
              </a:lnSpc>
              <a:spcBef>
                <a:spcPts val="750"/>
              </a:spcBef>
              <a:spcAft>
                <a:spcPts val="0"/>
              </a:spcAft>
              <a:buSzPts val="1800"/>
              <a:buChar char="•"/>
            </a:pPr>
            <a:r>
              <a:rPr lang="en" sz="1800"/>
              <a:t>Collectivité de Saint Martin</a:t>
            </a:r>
            <a:endParaRPr/>
          </a:p>
          <a:p>
            <a:pPr indent="-342900" lvl="0" marL="457200" rtl="0" algn="l">
              <a:lnSpc>
                <a:spcPct val="90000"/>
              </a:lnSpc>
              <a:spcBef>
                <a:spcPts val="750"/>
              </a:spcBef>
              <a:spcAft>
                <a:spcPts val="0"/>
              </a:spcAft>
              <a:buSzPts val="1800"/>
              <a:buChar char="•"/>
            </a:pPr>
            <a:r>
              <a:rPr lang="en" sz="1800"/>
              <a:t>Collectivité de Martinique</a:t>
            </a:r>
            <a:endParaRPr/>
          </a:p>
          <a:p>
            <a:pPr indent="-342900" lvl="0" marL="457200" rtl="0" algn="l">
              <a:lnSpc>
                <a:spcPct val="90000"/>
              </a:lnSpc>
              <a:spcBef>
                <a:spcPts val="750"/>
              </a:spcBef>
              <a:spcAft>
                <a:spcPts val="0"/>
              </a:spcAft>
              <a:buSzPts val="1800"/>
              <a:buChar char="•"/>
            </a:pPr>
            <a:r>
              <a:rPr lang="en" sz="1800"/>
              <a:t>CHU DE MARTINIQUE</a:t>
            </a:r>
            <a:endParaRPr/>
          </a:p>
          <a:p>
            <a:pPr indent="-342900" lvl="0" marL="457200" rtl="0" algn="l">
              <a:lnSpc>
                <a:spcPct val="90000"/>
              </a:lnSpc>
              <a:spcBef>
                <a:spcPts val="750"/>
              </a:spcBef>
              <a:spcAft>
                <a:spcPts val="0"/>
              </a:spcAft>
              <a:buSzPts val="1800"/>
              <a:buChar char="•"/>
            </a:pPr>
            <a:r>
              <a:rPr lang="en" sz="1800"/>
              <a:t>CAP EXCELLENCE</a:t>
            </a:r>
            <a:endParaRPr/>
          </a:p>
          <a:p>
            <a:pPr indent="-228600" lvl="0" marL="457200" rtl="0" algn="l">
              <a:lnSpc>
                <a:spcPct val="90000"/>
              </a:lnSpc>
              <a:spcBef>
                <a:spcPts val="750"/>
              </a:spcBef>
              <a:spcAft>
                <a:spcPts val="0"/>
              </a:spcAft>
              <a:buSzPts val="1800"/>
              <a:buNone/>
            </a:pPr>
            <a:r>
              <a:t/>
            </a:r>
            <a:endParaRPr/>
          </a:p>
        </p:txBody>
      </p:sp>
      <p:sp>
        <p:nvSpPr>
          <p:cNvPr id="661" name="Google Shape;661;p18"/>
          <p:cNvSpPr txBox="1"/>
          <p:nvPr>
            <p:ph idx="2" type="body"/>
          </p:nvPr>
        </p:nvSpPr>
        <p:spPr>
          <a:xfrm>
            <a:off x="4629150" y="1369220"/>
            <a:ext cx="3886200" cy="1938976"/>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750"/>
              </a:spcBef>
              <a:spcAft>
                <a:spcPts val="0"/>
              </a:spcAft>
              <a:buSzPts val="1800"/>
              <a:buNone/>
            </a:pPr>
            <a:r>
              <a:rPr b="1" lang="en" sz="1800" u="sng"/>
              <a:t>FINANCEURS</a:t>
            </a:r>
            <a:endParaRPr/>
          </a:p>
          <a:p>
            <a:pPr indent="-342900" lvl="0" marL="457200" rtl="0" algn="l">
              <a:lnSpc>
                <a:spcPct val="90000"/>
              </a:lnSpc>
              <a:spcBef>
                <a:spcPts val="750"/>
              </a:spcBef>
              <a:spcAft>
                <a:spcPts val="0"/>
              </a:spcAft>
              <a:buSzPts val="1800"/>
              <a:buChar char="•"/>
            </a:pPr>
            <a:r>
              <a:rPr lang="en" sz="1800"/>
              <a:t>FONDS EUROPEENS (FEDER, INTERREG, etc.)</a:t>
            </a:r>
            <a:endParaRPr/>
          </a:p>
          <a:p>
            <a:pPr indent="-342900" lvl="0" marL="457200" rtl="0" algn="l">
              <a:lnSpc>
                <a:spcPct val="90000"/>
              </a:lnSpc>
              <a:spcBef>
                <a:spcPts val="750"/>
              </a:spcBef>
              <a:spcAft>
                <a:spcPts val="0"/>
              </a:spcAft>
              <a:buSzPts val="1800"/>
              <a:buChar char="•"/>
            </a:pPr>
            <a:r>
              <a:rPr lang="en" sz="1800"/>
              <a:t>BANQUES</a:t>
            </a:r>
            <a:endParaRPr/>
          </a:p>
          <a:p>
            <a:pPr indent="-342900" lvl="0" marL="457200" rtl="0" algn="l">
              <a:lnSpc>
                <a:spcPct val="90000"/>
              </a:lnSpc>
              <a:spcBef>
                <a:spcPts val="750"/>
              </a:spcBef>
              <a:spcAft>
                <a:spcPts val="0"/>
              </a:spcAft>
              <a:buSzPts val="1800"/>
              <a:buChar char="•"/>
            </a:pPr>
            <a:r>
              <a:rPr lang="en" sz="1800"/>
              <a:t>FONDS D’INVESTISSEMENT</a:t>
            </a:r>
            <a:endParaRPr/>
          </a:p>
          <a:p>
            <a:pPr indent="-228600" lvl="0" marL="457200" rtl="0" algn="l">
              <a:lnSpc>
                <a:spcPct val="90000"/>
              </a:lnSpc>
              <a:spcBef>
                <a:spcPts val="750"/>
              </a:spcBef>
              <a:spcAft>
                <a:spcPts val="0"/>
              </a:spcAft>
              <a:buSzPts val="1800"/>
              <a:buNone/>
            </a:pPr>
            <a:r>
              <a:t/>
            </a:r>
            <a:endParaRPr b="1" u="sng"/>
          </a:p>
        </p:txBody>
      </p:sp>
      <p:sp>
        <p:nvSpPr>
          <p:cNvPr id="662" name="Google Shape;662;p1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Custom 30">
      <a:dk1>
        <a:srgbClr val="000000"/>
      </a:dk1>
      <a:lt1>
        <a:srgbClr val="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Thèm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5A3699A2D8D94CB769D162AD6063A3" ma:contentTypeVersion="11" ma:contentTypeDescription="Create a new document." ma:contentTypeScope="" ma:versionID="52a5af65465ea6365d4c1f0309595914">
  <xsd:schema xmlns:xsd="http://www.w3.org/2001/XMLSchema" xmlns:xs="http://www.w3.org/2001/XMLSchema" xmlns:p="http://schemas.microsoft.com/office/2006/metadata/properties" xmlns:ns2="e005959b-e07c-43c4-8d4a-1686c6c200ca" xmlns:ns3="78ae3dcb-b789-4cbf-83fe-a1ce131002f3" targetNamespace="http://schemas.microsoft.com/office/2006/metadata/properties" ma:root="true" ma:fieldsID="0a607f406ce2e97051a1853394f62db0" ns2:_="" ns3:_="">
    <xsd:import namespace="e005959b-e07c-43c4-8d4a-1686c6c200ca"/>
    <xsd:import namespace="78ae3dcb-b789-4cbf-83fe-a1ce131002f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05959b-e07c-43c4-8d4a-1686c6c200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a6a5716d-fe59-4867-934e-628041803f5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ae3dcb-b789-4cbf-83fe-a1ce131002f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a0c0aef-c4bb-4f69-8995-c96375a8b4a3}" ma:internalName="TaxCatchAll" ma:showField="CatchAllData" ma:web="78ae3dcb-b789-4cbf-83fe-a1ce131002f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8ae3dcb-b789-4cbf-83fe-a1ce131002f3" xsi:nil="true"/>
    <lcf76f155ced4ddcb4097134ff3c332f xmlns="e005959b-e07c-43c4-8d4a-1686c6c200c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8817A49-329C-4DCC-8AA3-64CB9FEE1158}"/>
</file>

<file path=customXml/itemProps2.xml><?xml version="1.0" encoding="utf-8"?>
<ds:datastoreItem xmlns:ds="http://schemas.openxmlformats.org/officeDocument/2006/customXml" ds:itemID="{BB58CF39-224D-43D8-943D-75B47EB14DD0}"/>
</file>

<file path=customXml/itemProps3.xml><?xml version="1.0" encoding="utf-8"?>
<ds:datastoreItem xmlns:ds="http://schemas.openxmlformats.org/officeDocument/2006/customXml" ds:itemID="{A7CBF6CB-E601-4083-B445-85C0B0D40298}"/>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Christelle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0x010100825A3699A2D8D94CB769D162AD6063A3</vt:lpwstr>
  </property>
</Properties>
</file>